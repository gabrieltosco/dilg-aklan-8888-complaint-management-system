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HK Grotesk" charset="1" panose="00000500000000000000"/>
      <p:regular r:id="rId16"/>
    </p:embeddedFont>
    <p:embeddedFont>
      <p:font typeface="Noto Serif Display ExtraCondensed Bold" charset="1" panose="02020806080505020204"/>
      <p:regular r:id="rId17"/>
    </p:embeddedFont>
    <p:embeddedFont>
      <p:font typeface="HK Grotesk Bold" charset="1" panose="00000800000000000000"/>
      <p:regular r:id="rId18"/>
    </p:embeddedFont>
    <p:embeddedFont>
      <p:font typeface="HK Grotesk Semi-Bold" charset="1" panose="000007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B1F3F"/>
        </a:solidFill>
      </p:bgPr>
    </p:bg>
    <p:spTree>
      <p:nvGrpSpPr>
        <p:cNvPr id="1" name=""/>
        <p:cNvGrpSpPr/>
        <p:nvPr/>
      </p:nvGrpSpPr>
      <p:grpSpPr>
        <a:xfrm>
          <a:off x="0" y="0"/>
          <a:ext cx="0" cy="0"/>
          <a:chOff x="0" y="0"/>
          <a:chExt cx="0" cy="0"/>
        </a:xfrm>
      </p:grpSpPr>
      <p:grpSp>
        <p:nvGrpSpPr>
          <p:cNvPr name="Group 2" id="2"/>
          <p:cNvGrpSpPr/>
          <p:nvPr/>
        </p:nvGrpSpPr>
        <p:grpSpPr>
          <a:xfrm rot="0">
            <a:off x="8259289" y="5653686"/>
            <a:ext cx="10028711" cy="4633314"/>
            <a:chOff x="0" y="0"/>
            <a:chExt cx="1553710" cy="717822"/>
          </a:xfrm>
        </p:grpSpPr>
        <p:sp>
          <p:nvSpPr>
            <p:cNvPr name="Freeform 3" id="3"/>
            <p:cNvSpPr/>
            <p:nvPr/>
          </p:nvSpPr>
          <p:spPr>
            <a:xfrm flipH="false" flipV="false" rot="0">
              <a:off x="0" y="0"/>
              <a:ext cx="1553710" cy="717822"/>
            </a:xfrm>
            <a:custGeom>
              <a:avLst/>
              <a:gdLst/>
              <a:ahLst/>
              <a:cxnLst/>
              <a:rect r="r" b="b" t="t" l="l"/>
              <a:pathLst>
                <a:path h="717822" w="1553710">
                  <a:moveTo>
                    <a:pt x="0" y="0"/>
                  </a:moveTo>
                  <a:lnTo>
                    <a:pt x="1553710" y="0"/>
                  </a:lnTo>
                  <a:lnTo>
                    <a:pt x="1553710" y="717822"/>
                  </a:lnTo>
                  <a:lnTo>
                    <a:pt x="0" y="717822"/>
                  </a:lnTo>
                  <a:close/>
                </a:path>
              </a:pathLst>
            </a:custGeom>
            <a:blipFill>
              <a:blip r:embed="rId2"/>
              <a:stretch>
                <a:fillRect l="0" t="-1060" r="0" b="-34938"/>
              </a:stretch>
            </a:blipFill>
          </p:spPr>
        </p:sp>
      </p:grpSp>
      <p:sp>
        <p:nvSpPr>
          <p:cNvPr name="Freeform 4" id="4"/>
          <p:cNvSpPr/>
          <p:nvPr/>
        </p:nvSpPr>
        <p:spPr>
          <a:xfrm flipH="false" flipV="false" rot="0">
            <a:off x="8259289" y="0"/>
            <a:ext cx="10028711" cy="5653686"/>
          </a:xfrm>
          <a:custGeom>
            <a:avLst/>
            <a:gdLst/>
            <a:ahLst/>
            <a:cxnLst/>
            <a:rect r="r" b="b" t="t" l="l"/>
            <a:pathLst>
              <a:path h="5653686" w="10028711">
                <a:moveTo>
                  <a:pt x="0" y="0"/>
                </a:moveTo>
                <a:lnTo>
                  <a:pt x="10028711" y="0"/>
                </a:lnTo>
                <a:lnTo>
                  <a:pt x="10028711" y="5653686"/>
                </a:lnTo>
                <a:lnTo>
                  <a:pt x="0" y="5653686"/>
                </a:lnTo>
                <a:lnTo>
                  <a:pt x="0" y="0"/>
                </a:lnTo>
                <a:close/>
              </a:path>
            </a:pathLst>
          </a:custGeom>
          <a:blipFill>
            <a:blip r:embed="rId3"/>
            <a:stretch>
              <a:fillRect l="0" t="0" r="0" b="0"/>
            </a:stretch>
          </a:blipFill>
        </p:spPr>
      </p:sp>
      <p:sp>
        <p:nvSpPr>
          <p:cNvPr name="Freeform 5" id="5"/>
          <p:cNvSpPr/>
          <p:nvPr/>
        </p:nvSpPr>
        <p:spPr>
          <a:xfrm flipH="false" flipV="false" rot="0">
            <a:off x="168180" y="163975"/>
            <a:ext cx="1729451" cy="1729451"/>
          </a:xfrm>
          <a:custGeom>
            <a:avLst/>
            <a:gdLst/>
            <a:ahLst/>
            <a:cxnLst/>
            <a:rect r="r" b="b" t="t" l="l"/>
            <a:pathLst>
              <a:path h="1729451" w="1729451">
                <a:moveTo>
                  <a:pt x="0" y="0"/>
                </a:moveTo>
                <a:lnTo>
                  <a:pt x="1729451" y="0"/>
                </a:lnTo>
                <a:lnTo>
                  <a:pt x="1729451" y="1729450"/>
                </a:lnTo>
                <a:lnTo>
                  <a:pt x="0" y="1729450"/>
                </a:lnTo>
                <a:lnTo>
                  <a:pt x="0" y="0"/>
                </a:lnTo>
                <a:close/>
              </a:path>
            </a:pathLst>
          </a:custGeom>
          <a:blipFill>
            <a:blip r:embed="rId4"/>
            <a:stretch>
              <a:fillRect l="0" t="0" r="0" b="0"/>
            </a:stretch>
          </a:blipFill>
        </p:spPr>
      </p:sp>
      <p:sp>
        <p:nvSpPr>
          <p:cNvPr name="Freeform 6" id="6"/>
          <p:cNvSpPr/>
          <p:nvPr/>
        </p:nvSpPr>
        <p:spPr>
          <a:xfrm flipH="false" flipV="false" rot="0">
            <a:off x="9174040" y="1325363"/>
            <a:ext cx="8199210" cy="3002961"/>
          </a:xfrm>
          <a:custGeom>
            <a:avLst/>
            <a:gdLst/>
            <a:ahLst/>
            <a:cxnLst/>
            <a:rect r="r" b="b" t="t" l="l"/>
            <a:pathLst>
              <a:path h="3002961" w="8199210">
                <a:moveTo>
                  <a:pt x="0" y="0"/>
                </a:moveTo>
                <a:lnTo>
                  <a:pt x="8199209" y="0"/>
                </a:lnTo>
                <a:lnTo>
                  <a:pt x="8199209" y="3002960"/>
                </a:lnTo>
                <a:lnTo>
                  <a:pt x="0" y="3002960"/>
                </a:lnTo>
                <a:lnTo>
                  <a:pt x="0" y="0"/>
                </a:lnTo>
                <a:close/>
              </a:path>
            </a:pathLst>
          </a:custGeom>
          <a:blipFill>
            <a:blip r:embed="rId5"/>
            <a:stretch>
              <a:fillRect l="0" t="0" r="0" b="0"/>
            </a:stretch>
          </a:blipFill>
        </p:spPr>
      </p:sp>
      <p:grpSp>
        <p:nvGrpSpPr>
          <p:cNvPr name="Group 7" id="7"/>
          <p:cNvGrpSpPr/>
          <p:nvPr/>
        </p:nvGrpSpPr>
        <p:grpSpPr>
          <a:xfrm rot="0">
            <a:off x="168180" y="1893425"/>
            <a:ext cx="7900456" cy="8041691"/>
            <a:chOff x="0" y="0"/>
            <a:chExt cx="10533941" cy="10722255"/>
          </a:xfrm>
        </p:grpSpPr>
        <p:sp>
          <p:nvSpPr>
            <p:cNvPr name="TextBox 8" id="8"/>
            <p:cNvSpPr txBox="true"/>
            <p:nvPr/>
          </p:nvSpPr>
          <p:spPr>
            <a:xfrm rot="0">
              <a:off x="0" y="9045855"/>
              <a:ext cx="6769458" cy="1676400"/>
            </a:xfrm>
            <a:prstGeom prst="rect">
              <a:avLst/>
            </a:prstGeom>
          </p:spPr>
          <p:txBody>
            <a:bodyPr anchor="t" rtlCol="false" tIns="0" lIns="0" bIns="0" rIns="0">
              <a:spAutoFit/>
            </a:bodyPr>
            <a:lstStyle/>
            <a:p>
              <a:pPr algn="l" marL="0" indent="0" lvl="0">
                <a:lnSpc>
                  <a:spcPts val="3359"/>
                </a:lnSpc>
                <a:spcBef>
                  <a:spcPct val="0"/>
                </a:spcBef>
              </a:pPr>
              <a:r>
                <a:rPr lang="en-US" sz="2799" u="none">
                  <a:solidFill>
                    <a:srgbClr val="D9E2F8"/>
                  </a:solidFill>
                  <a:latin typeface="HK Grotesk"/>
                  <a:ea typeface="HK Grotesk"/>
                  <a:cs typeface="HK Grotesk"/>
                  <a:sym typeface="HK Grotesk"/>
                </a:rPr>
                <a:t>Presented by:</a:t>
              </a:r>
            </a:p>
            <a:p>
              <a:pPr algn="l" marL="0" indent="0" lvl="0">
                <a:lnSpc>
                  <a:spcPts val="3359"/>
                </a:lnSpc>
                <a:spcBef>
                  <a:spcPct val="0"/>
                </a:spcBef>
              </a:pPr>
              <a:r>
                <a:rPr lang="en-US" sz="2799" u="none">
                  <a:solidFill>
                    <a:srgbClr val="D9E2F8"/>
                  </a:solidFill>
                  <a:latin typeface="HK Grotesk"/>
                  <a:ea typeface="HK Grotesk"/>
                  <a:cs typeface="HK Grotesk"/>
                  <a:sym typeface="HK Grotesk"/>
                </a:rPr>
                <a:t>Gabriel B. Tosco &amp; </a:t>
              </a:r>
            </a:p>
            <a:p>
              <a:pPr algn="l" marL="0" indent="0" lvl="0">
                <a:lnSpc>
                  <a:spcPts val="3359"/>
                </a:lnSpc>
                <a:spcBef>
                  <a:spcPct val="0"/>
                </a:spcBef>
              </a:pPr>
              <a:r>
                <a:rPr lang="en-US" sz="2799" u="none">
                  <a:solidFill>
                    <a:srgbClr val="D9E2F8"/>
                  </a:solidFill>
                  <a:latin typeface="HK Grotesk"/>
                  <a:ea typeface="HK Grotesk"/>
                  <a:cs typeface="HK Grotesk"/>
                  <a:sym typeface="HK Grotesk"/>
                </a:rPr>
                <a:t>Mark I. Rellin </a:t>
              </a:r>
            </a:p>
          </p:txBody>
        </p:sp>
        <p:sp>
          <p:nvSpPr>
            <p:cNvPr name="TextBox 9" id="9"/>
            <p:cNvSpPr txBox="true"/>
            <p:nvPr/>
          </p:nvSpPr>
          <p:spPr>
            <a:xfrm rot="0">
              <a:off x="0" y="219075"/>
              <a:ext cx="10533941" cy="7872191"/>
            </a:xfrm>
            <a:prstGeom prst="rect">
              <a:avLst/>
            </a:prstGeom>
          </p:spPr>
          <p:txBody>
            <a:bodyPr anchor="t" rtlCol="false" tIns="0" lIns="0" bIns="0" rIns="0">
              <a:spAutoFit/>
            </a:bodyPr>
            <a:lstStyle/>
            <a:p>
              <a:pPr algn="ctr" marL="0" indent="0" lvl="0">
                <a:lnSpc>
                  <a:spcPts val="11448"/>
                </a:lnSpc>
              </a:pPr>
              <a:r>
                <a:rPr lang="en-US" b="true" sz="11448" spc="-228">
                  <a:solidFill>
                    <a:srgbClr val="C1D4F5"/>
                  </a:solidFill>
                  <a:latin typeface="Noto Serif Display ExtraCondensed Bold"/>
                  <a:ea typeface="Noto Serif Display ExtraCondensed Bold"/>
                  <a:cs typeface="Noto Serif Display ExtraCondensed Bold"/>
                  <a:sym typeface="Noto Serif Display ExtraCondensed Bold"/>
                </a:rPr>
                <a:t>8888 Citizen Complaints Monitoring System</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B1F3F"/>
        </a:solidFill>
      </p:bgPr>
    </p:bg>
    <p:spTree>
      <p:nvGrpSpPr>
        <p:cNvPr id="1" name=""/>
        <p:cNvGrpSpPr/>
        <p:nvPr/>
      </p:nvGrpSpPr>
      <p:grpSpPr>
        <a:xfrm>
          <a:off x="0" y="0"/>
          <a:ext cx="0" cy="0"/>
          <a:chOff x="0" y="0"/>
          <a:chExt cx="0" cy="0"/>
        </a:xfrm>
      </p:grpSpPr>
      <p:grpSp>
        <p:nvGrpSpPr>
          <p:cNvPr name="Group 2" id="2"/>
          <p:cNvGrpSpPr/>
          <p:nvPr/>
        </p:nvGrpSpPr>
        <p:grpSpPr>
          <a:xfrm rot="0">
            <a:off x="7858125" y="0"/>
            <a:ext cx="10794265" cy="10959721"/>
            <a:chOff x="0" y="0"/>
            <a:chExt cx="1672314" cy="1697948"/>
          </a:xfrm>
        </p:grpSpPr>
        <p:sp>
          <p:nvSpPr>
            <p:cNvPr name="Freeform 3" id="3"/>
            <p:cNvSpPr/>
            <p:nvPr/>
          </p:nvSpPr>
          <p:spPr>
            <a:xfrm flipH="false" flipV="false" rot="0">
              <a:off x="0" y="0"/>
              <a:ext cx="1672314" cy="1697948"/>
            </a:xfrm>
            <a:custGeom>
              <a:avLst/>
              <a:gdLst/>
              <a:ahLst/>
              <a:cxnLst/>
              <a:rect r="r" b="b" t="t" l="l"/>
              <a:pathLst>
                <a:path h="1697948" w="1672314">
                  <a:moveTo>
                    <a:pt x="0" y="0"/>
                  </a:moveTo>
                  <a:lnTo>
                    <a:pt x="1672314" y="0"/>
                  </a:lnTo>
                  <a:lnTo>
                    <a:pt x="1672314" y="1697948"/>
                  </a:lnTo>
                  <a:lnTo>
                    <a:pt x="0" y="1697948"/>
                  </a:lnTo>
                  <a:close/>
                </a:path>
              </a:pathLst>
            </a:custGeom>
            <a:blipFill>
              <a:blip r:embed="rId2"/>
              <a:stretch>
                <a:fillRect l="-766" t="0" r="-766" b="0"/>
              </a:stretch>
            </a:blipFill>
          </p:spPr>
        </p:sp>
      </p:grpSp>
      <p:sp>
        <p:nvSpPr>
          <p:cNvPr name="AutoShape 4" id="4"/>
          <p:cNvSpPr/>
          <p:nvPr/>
        </p:nvSpPr>
        <p:spPr>
          <a:xfrm>
            <a:off x="0" y="666750"/>
            <a:ext cx="8007068" cy="0"/>
          </a:xfrm>
          <a:prstGeom prst="line">
            <a:avLst/>
          </a:prstGeom>
          <a:ln cap="flat" w="19050">
            <a:solidFill>
              <a:srgbClr val="D9E2F8"/>
            </a:solidFill>
            <a:prstDash val="solid"/>
            <a:headEnd type="none" len="sm" w="sm"/>
            <a:tailEnd type="none" len="sm" w="sm"/>
          </a:ln>
        </p:spPr>
      </p:sp>
      <p:sp>
        <p:nvSpPr>
          <p:cNvPr name="AutoShape 5" id="5"/>
          <p:cNvSpPr/>
          <p:nvPr/>
        </p:nvSpPr>
        <p:spPr>
          <a:xfrm>
            <a:off x="0" y="9620250"/>
            <a:ext cx="7858125" cy="0"/>
          </a:xfrm>
          <a:prstGeom prst="line">
            <a:avLst/>
          </a:prstGeom>
          <a:ln cap="flat" w="19050">
            <a:solidFill>
              <a:srgbClr val="D9E2F8"/>
            </a:solidFill>
            <a:prstDash val="solid"/>
            <a:headEnd type="none" len="sm" w="sm"/>
            <a:tailEnd type="none" len="sm" w="sm"/>
          </a:ln>
        </p:spPr>
      </p:sp>
      <p:sp>
        <p:nvSpPr>
          <p:cNvPr name="TextBox 6" id="6"/>
          <p:cNvSpPr txBox="true"/>
          <p:nvPr/>
        </p:nvSpPr>
        <p:spPr>
          <a:xfrm rot="0">
            <a:off x="656940" y="1603464"/>
            <a:ext cx="6348034" cy="1296429"/>
          </a:xfrm>
          <a:prstGeom prst="rect">
            <a:avLst/>
          </a:prstGeom>
        </p:spPr>
        <p:txBody>
          <a:bodyPr anchor="t" rtlCol="false" tIns="0" lIns="0" bIns="0" rIns="0">
            <a:spAutoFit/>
          </a:bodyPr>
          <a:lstStyle/>
          <a:p>
            <a:pPr algn="l" marL="0" indent="0" lvl="0">
              <a:lnSpc>
                <a:spcPts val="9790"/>
              </a:lnSpc>
            </a:pPr>
            <a:r>
              <a:rPr lang="en-US" b="true" sz="9790" spc="-195">
                <a:solidFill>
                  <a:srgbClr val="D9E2F8"/>
                </a:solidFill>
                <a:latin typeface="Noto Serif Display ExtraCondensed Bold"/>
                <a:ea typeface="Noto Serif Display ExtraCondensed Bold"/>
                <a:cs typeface="Noto Serif Display ExtraCondensed Bold"/>
                <a:sym typeface="Noto Serif Display ExtraCondensed Bold"/>
              </a:rPr>
              <a:t>Introduction</a:t>
            </a:r>
          </a:p>
        </p:txBody>
      </p:sp>
      <p:sp>
        <p:nvSpPr>
          <p:cNvPr name="TextBox 7" id="7"/>
          <p:cNvSpPr txBox="true"/>
          <p:nvPr/>
        </p:nvSpPr>
        <p:spPr>
          <a:xfrm rot="0">
            <a:off x="196210" y="3636581"/>
            <a:ext cx="7661915" cy="5810250"/>
          </a:xfrm>
          <a:prstGeom prst="rect">
            <a:avLst/>
          </a:prstGeom>
        </p:spPr>
        <p:txBody>
          <a:bodyPr anchor="t" rtlCol="false" tIns="0" lIns="0" bIns="0" rIns="0">
            <a:spAutoFit/>
          </a:bodyPr>
          <a:lstStyle/>
          <a:p>
            <a:pPr algn="l" marL="0" indent="0" lvl="0">
              <a:lnSpc>
                <a:spcPts val="4592"/>
              </a:lnSpc>
            </a:pPr>
            <a:r>
              <a:rPr lang="en-US" sz="3827" strike="noStrike" u="none">
                <a:solidFill>
                  <a:srgbClr val="D9E2F8"/>
                </a:solidFill>
                <a:latin typeface="HK Grotesk"/>
                <a:ea typeface="HK Grotesk"/>
                <a:cs typeface="HK Grotesk"/>
                <a:sym typeface="HK Grotesk"/>
              </a:rPr>
              <a:t>The Philippine government established the </a:t>
            </a:r>
            <a:r>
              <a:rPr lang="en-US" b="true" sz="3827" strike="noStrike" u="none">
                <a:solidFill>
                  <a:srgbClr val="D9E2F8"/>
                </a:solidFill>
                <a:latin typeface="HK Grotesk Bold"/>
                <a:ea typeface="HK Grotesk Bold"/>
                <a:cs typeface="HK Grotesk Bold"/>
                <a:sym typeface="HK Grotesk Bold"/>
              </a:rPr>
              <a:t>Citizens' Complaint Hotline</a:t>
            </a:r>
            <a:r>
              <a:rPr lang="en-US" sz="3827" strike="noStrike" u="none">
                <a:solidFill>
                  <a:srgbClr val="D9E2F8"/>
                </a:solidFill>
                <a:latin typeface="HK Grotesk"/>
                <a:ea typeface="HK Grotesk"/>
                <a:cs typeface="HK Grotesk"/>
                <a:sym typeface="HK Grotesk"/>
              </a:rPr>
              <a:t> 8888 to enable citizens to report grievances directly. This initiative fosters transparency and accountability within government operations, ensuring that complaints are addressed efficiently by the Department of the Interior and Local Government (DILG).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B1F3F"/>
        </a:solidFill>
      </p:bgPr>
    </p:bg>
    <p:spTree>
      <p:nvGrpSpPr>
        <p:cNvPr id="1" name=""/>
        <p:cNvGrpSpPr/>
        <p:nvPr/>
      </p:nvGrpSpPr>
      <p:grpSpPr>
        <a:xfrm>
          <a:off x="0" y="0"/>
          <a:ext cx="0" cy="0"/>
          <a:chOff x="0" y="0"/>
          <a:chExt cx="0" cy="0"/>
        </a:xfrm>
      </p:grpSpPr>
      <p:grpSp>
        <p:nvGrpSpPr>
          <p:cNvPr name="Group 2" id="2"/>
          <p:cNvGrpSpPr/>
          <p:nvPr/>
        </p:nvGrpSpPr>
        <p:grpSpPr>
          <a:xfrm rot="0">
            <a:off x="9296400" y="0"/>
            <a:ext cx="8755589" cy="10287000"/>
            <a:chOff x="0" y="0"/>
            <a:chExt cx="1468728" cy="1725619"/>
          </a:xfrm>
        </p:grpSpPr>
        <p:sp>
          <p:nvSpPr>
            <p:cNvPr name="Freeform 3" id="3"/>
            <p:cNvSpPr/>
            <p:nvPr/>
          </p:nvSpPr>
          <p:spPr>
            <a:xfrm flipH="false" flipV="false" rot="0">
              <a:off x="0" y="0"/>
              <a:ext cx="1468728" cy="1725619"/>
            </a:xfrm>
            <a:custGeom>
              <a:avLst/>
              <a:gdLst/>
              <a:ahLst/>
              <a:cxnLst/>
              <a:rect r="r" b="b" t="t" l="l"/>
              <a:pathLst>
                <a:path h="1725619" w="1468728">
                  <a:moveTo>
                    <a:pt x="0" y="0"/>
                  </a:moveTo>
                  <a:lnTo>
                    <a:pt x="1468728" y="0"/>
                  </a:lnTo>
                  <a:lnTo>
                    <a:pt x="1468728" y="1725619"/>
                  </a:lnTo>
                  <a:lnTo>
                    <a:pt x="0" y="1725619"/>
                  </a:lnTo>
                  <a:close/>
                </a:path>
              </a:pathLst>
            </a:custGeom>
            <a:blipFill>
              <a:blip r:embed="rId2"/>
              <a:stretch>
                <a:fillRect l="-8629" t="0" r="-10954" b="0"/>
              </a:stretch>
            </a:blipFill>
          </p:spPr>
        </p:sp>
      </p:grpSp>
      <p:sp>
        <p:nvSpPr>
          <p:cNvPr name="AutoShape 4" id="4"/>
          <p:cNvSpPr/>
          <p:nvPr/>
        </p:nvSpPr>
        <p:spPr>
          <a:xfrm>
            <a:off x="0" y="666750"/>
            <a:ext cx="9296400" cy="0"/>
          </a:xfrm>
          <a:prstGeom prst="line">
            <a:avLst/>
          </a:prstGeom>
          <a:ln cap="flat" w="19050">
            <a:solidFill>
              <a:srgbClr val="D9E2F8"/>
            </a:solidFill>
            <a:prstDash val="solid"/>
            <a:headEnd type="none" len="sm" w="sm"/>
            <a:tailEnd type="none" len="sm" w="sm"/>
          </a:ln>
        </p:spPr>
      </p:sp>
      <p:sp>
        <p:nvSpPr>
          <p:cNvPr name="AutoShape 5" id="5"/>
          <p:cNvSpPr/>
          <p:nvPr/>
        </p:nvSpPr>
        <p:spPr>
          <a:xfrm>
            <a:off x="0" y="9620250"/>
            <a:ext cx="9296400" cy="0"/>
          </a:xfrm>
          <a:prstGeom prst="line">
            <a:avLst/>
          </a:prstGeom>
          <a:ln cap="flat" w="19050">
            <a:solidFill>
              <a:srgbClr val="D9E2F8"/>
            </a:solidFill>
            <a:prstDash val="solid"/>
            <a:headEnd type="none" len="sm" w="sm"/>
            <a:tailEnd type="none" len="sm" w="sm"/>
          </a:ln>
        </p:spPr>
      </p:sp>
      <p:sp>
        <p:nvSpPr>
          <p:cNvPr name="TextBox 6" id="6"/>
          <p:cNvSpPr txBox="true"/>
          <p:nvPr/>
        </p:nvSpPr>
        <p:spPr>
          <a:xfrm rot="0">
            <a:off x="0" y="1645027"/>
            <a:ext cx="9296400" cy="1381119"/>
          </a:xfrm>
          <a:prstGeom prst="rect">
            <a:avLst/>
          </a:prstGeom>
        </p:spPr>
        <p:txBody>
          <a:bodyPr anchor="t" rtlCol="false" tIns="0" lIns="0" bIns="0" rIns="0">
            <a:spAutoFit/>
          </a:bodyPr>
          <a:lstStyle/>
          <a:p>
            <a:pPr algn="ctr" marL="0" indent="0" lvl="0">
              <a:lnSpc>
                <a:spcPts val="10499"/>
              </a:lnSpc>
            </a:pPr>
            <a:r>
              <a:rPr lang="en-US" b="true" sz="10499" spc="-209">
                <a:solidFill>
                  <a:srgbClr val="D9E2F8"/>
                </a:solidFill>
                <a:latin typeface="Noto Serif Display ExtraCondensed Bold"/>
                <a:ea typeface="Noto Serif Display ExtraCondensed Bold"/>
                <a:cs typeface="Noto Serif Display ExtraCondensed Bold"/>
                <a:sym typeface="Noto Serif Display ExtraCondensed Bold"/>
              </a:rPr>
              <a:t>Background</a:t>
            </a:r>
          </a:p>
        </p:txBody>
      </p:sp>
      <p:sp>
        <p:nvSpPr>
          <p:cNvPr name="TextBox 7" id="7"/>
          <p:cNvSpPr txBox="true"/>
          <p:nvPr/>
        </p:nvSpPr>
        <p:spPr>
          <a:xfrm rot="0">
            <a:off x="252270" y="3785348"/>
            <a:ext cx="9044130" cy="3654303"/>
          </a:xfrm>
          <a:prstGeom prst="rect">
            <a:avLst/>
          </a:prstGeom>
        </p:spPr>
        <p:txBody>
          <a:bodyPr anchor="t" rtlCol="false" tIns="0" lIns="0" bIns="0" rIns="0">
            <a:spAutoFit/>
          </a:bodyPr>
          <a:lstStyle/>
          <a:p>
            <a:pPr algn="l" marL="0" indent="0" lvl="0">
              <a:lnSpc>
                <a:spcPts val="4153"/>
              </a:lnSpc>
            </a:pPr>
            <a:r>
              <a:rPr lang="en-US" sz="3461" strike="noStrike" u="none">
                <a:solidFill>
                  <a:srgbClr val="D9E2F8"/>
                </a:solidFill>
                <a:latin typeface="HK Grotesk"/>
                <a:ea typeface="HK Grotesk"/>
                <a:cs typeface="HK Grotesk"/>
                <a:sym typeface="HK Grotesk"/>
              </a:rPr>
              <a:t>The DILG 8888 system effectively gathers citizens' complaints; however, managing the numerous documents and responses can be </a:t>
            </a:r>
            <a:r>
              <a:rPr lang="en-US" b="true" sz="3461" strike="noStrike" u="none">
                <a:solidFill>
                  <a:srgbClr val="D9E2F8"/>
                </a:solidFill>
                <a:latin typeface="HK Grotesk Bold"/>
                <a:ea typeface="HK Grotesk Bold"/>
                <a:cs typeface="HK Grotesk Bold"/>
                <a:sym typeface="HK Grotesk Bold"/>
              </a:rPr>
              <a:t>challenging for offices</a:t>
            </a:r>
            <a:r>
              <a:rPr lang="en-US" sz="3461" strike="noStrike" u="none">
                <a:solidFill>
                  <a:srgbClr val="D9E2F8"/>
                </a:solidFill>
                <a:latin typeface="HK Grotesk"/>
                <a:ea typeface="HK Grotesk"/>
                <a:cs typeface="HK Grotesk"/>
                <a:sym typeface="HK Grotesk"/>
              </a:rPr>
              <a:t>. Proper and efficient organization of records is crucial for timely resolution and accurate documentation of citizen complaints.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B1F3F"/>
        </a:solidFill>
      </p:bgPr>
    </p:bg>
    <p:spTree>
      <p:nvGrpSpPr>
        <p:cNvPr id="1" name=""/>
        <p:cNvGrpSpPr/>
        <p:nvPr/>
      </p:nvGrpSpPr>
      <p:grpSpPr>
        <a:xfrm>
          <a:off x="0" y="0"/>
          <a:ext cx="0" cy="0"/>
          <a:chOff x="0" y="0"/>
          <a:chExt cx="0" cy="0"/>
        </a:xfrm>
      </p:grpSpPr>
      <p:sp>
        <p:nvSpPr>
          <p:cNvPr name="AutoShape 2" id="2"/>
          <p:cNvSpPr/>
          <p:nvPr/>
        </p:nvSpPr>
        <p:spPr>
          <a:xfrm>
            <a:off x="0" y="676275"/>
            <a:ext cx="18288000" cy="0"/>
          </a:xfrm>
          <a:prstGeom prst="line">
            <a:avLst/>
          </a:prstGeom>
          <a:ln cap="flat" w="19050">
            <a:solidFill>
              <a:srgbClr val="D9E2F8"/>
            </a:solidFill>
            <a:prstDash val="solid"/>
            <a:headEnd type="none" len="sm" w="sm"/>
            <a:tailEnd type="none" len="sm" w="sm"/>
          </a:ln>
        </p:spPr>
      </p:sp>
      <p:sp>
        <p:nvSpPr>
          <p:cNvPr name="AutoShape 3" id="3"/>
          <p:cNvSpPr/>
          <p:nvPr/>
        </p:nvSpPr>
        <p:spPr>
          <a:xfrm>
            <a:off x="-32275" y="9872520"/>
            <a:ext cx="18288000" cy="0"/>
          </a:xfrm>
          <a:prstGeom prst="line">
            <a:avLst/>
          </a:prstGeom>
          <a:ln cap="flat" w="19050">
            <a:solidFill>
              <a:srgbClr val="D9E2F8"/>
            </a:solidFill>
            <a:prstDash val="solid"/>
            <a:headEnd type="none" len="sm" w="sm"/>
            <a:tailEnd type="none" len="sm" w="sm"/>
          </a:ln>
        </p:spPr>
      </p:sp>
      <p:sp>
        <p:nvSpPr>
          <p:cNvPr name="Freeform 4" id="4"/>
          <p:cNvSpPr/>
          <p:nvPr/>
        </p:nvSpPr>
        <p:spPr>
          <a:xfrm flipH="false" flipV="false" rot="0">
            <a:off x="14490657" y="772755"/>
            <a:ext cx="3581513" cy="4262160"/>
          </a:xfrm>
          <a:custGeom>
            <a:avLst/>
            <a:gdLst/>
            <a:ahLst/>
            <a:cxnLst/>
            <a:rect r="r" b="b" t="t" l="l"/>
            <a:pathLst>
              <a:path h="4262160" w="3581513">
                <a:moveTo>
                  <a:pt x="0" y="0"/>
                </a:moveTo>
                <a:lnTo>
                  <a:pt x="3581514" y="0"/>
                </a:lnTo>
                <a:lnTo>
                  <a:pt x="3581514" y="4262160"/>
                </a:lnTo>
                <a:lnTo>
                  <a:pt x="0" y="4262160"/>
                </a:lnTo>
                <a:lnTo>
                  <a:pt x="0" y="0"/>
                </a:lnTo>
                <a:close/>
              </a:path>
            </a:pathLst>
          </a:custGeom>
          <a:blipFill>
            <a:blip r:embed="rId2"/>
            <a:stretch>
              <a:fillRect l="-4507" t="0" r="0" b="0"/>
            </a:stretch>
          </a:blipFill>
        </p:spPr>
      </p:sp>
      <p:grpSp>
        <p:nvGrpSpPr>
          <p:cNvPr name="Group 5" id="5"/>
          <p:cNvGrpSpPr/>
          <p:nvPr/>
        </p:nvGrpSpPr>
        <p:grpSpPr>
          <a:xfrm rot="0">
            <a:off x="216593" y="4197665"/>
            <a:ext cx="18071407" cy="6089335"/>
            <a:chOff x="0" y="0"/>
            <a:chExt cx="24095210" cy="8119113"/>
          </a:xfrm>
        </p:grpSpPr>
        <p:sp>
          <p:nvSpPr>
            <p:cNvPr name="TextBox 6" id="6"/>
            <p:cNvSpPr txBox="true"/>
            <p:nvPr/>
          </p:nvSpPr>
          <p:spPr>
            <a:xfrm rot="0">
              <a:off x="0" y="0"/>
              <a:ext cx="24095210" cy="756759"/>
            </a:xfrm>
            <a:prstGeom prst="rect">
              <a:avLst/>
            </a:prstGeom>
          </p:spPr>
          <p:txBody>
            <a:bodyPr anchor="t" rtlCol="false" tIns="0" lIns="0" bIns="0" rIns="0">
              <a:spAutoFit/>
            </a:bodyPr>
            <a:lstStyle/>
            <a:p>
              <a:pPr algn="l" marL="0" indent="0" lvl="0">
                <a:lnSpc>
                  <a:spcPts val="4550"/>
                </a:lnSpc>
              </a:pPr>
            </a:p>
          </p:txBody>
        </p:sp>
        <p:sp>
          <p:nvSpPr>
            <p:cNvPr name="TextBox 7" id="7"/>
            <p:cNvSpPr txBox="true"/>
            <p:nvPr/>
          </p:nvSpPr>
          <p:spPr>
            <a:xfrm rot="0">
              <a:off x="0" y="1616713"/>
              <a:ext cx="24095210" cy="6502400"/>
            </a:xfrm>
            <a:prstGeom prst="rect">
              <a:avLst/>
            </a:prstGeom>
          </p:spPr>
          <p:txBody>
            <a:bodyPr anchor="t" rtlCol="false" tIns="0" lIns="0" bIns="0" rIns="0">
              <a:spAutoFit/>
            </a:bodyPr>
            <a:lstStyle/>
            <a:p>
              <a:pPr algn="l" marL="0" indent="0" lvl="0">
                <a:lnSpc>
                  <a:spcPts val="4857"/>
                </a:lnSpc>
              </a:pPr>
              <a:r>
                <a:rPr lang="en-US" sz="4047" strike="noStrike" u="none">
                  <a:solidFill>
                    <a:srgbClr val="D9E2F8"/>
                  </a:solidFill>
                  <a:latin typeface="HK Grotesk"/>
                  <a:ea typeface="HK Grotesk"/>
                  <a:cs typeface="HK Grotesk"/>
                  <a:sym typeface="HK Grotesk"/>
                </a:rPr>
                <a:t>C</a:t>
              </a:r>
              <a:r>
                <a:rPr lang="en-US" sz="4047" strike="noStrike" u="none">
                  <a:solidFill>
                    <a:srgbClr val="D9E2F8"/>
                  </a:solidFill>
                  <a:latin typeface="HK Grotesk"/>
                  <a:ea typeface="HK Grotesk"/>
                  <a:cs typeface="HK Grotesk"/>
                  <a:sym typeface="HK Grotesk"/>
                </a:rPr>
                <a:t>urrently, c</a:t>
              </a:r>
              <a:r>
                <a:rPr lang="en-US" sz="4047" strike="noStrike" u="none">
                  <a:solidFill>
                    <a:srgbClr val="D9E2F8"/>
                  </a:solidFill>
                  <a:latin typeface="HK Grotesk"/>
                  <a:ea typeface="HK Grotesk"/>
                  <a:cs typeface="HK Grotesk"/>
                  <a:sym typeface="HK Grotesk"/>
                </a:rPr>
                <a:t>omplaint</a:t>
              </a:r>
              <a:r>
                <a:rPr lang="en-US" sz="4047" strike="noStrike" u="none">
                  <a:solidFill>
                    <a:srgbClr val="D9E2F8"/>
                  </a:solidFill>
                  <a:latin typeface="HK Grotesk"/>
                  <a:ea typeface="HK Grotesk"/>
                  <a:cs typeface="HK Grotesk"/>
                  <a:sym typeface="HK Grotesk"/>
                </a:rPr>
                <a:t>s</a:t>
              </a:r>
              <a:r>
                <a:rPr lang="en-US" sz="4047" strike="noStrike" u="none">
                  <a:solidFill>
                    <a:srgbClr val="D9E2F8"/>
                  </a:solidFill>
                  <a:latin typeface="HK Grotesk"/>
                  <a:ea typeface="HK Grotesk"/>
                  <a:cs typeface="HK Grotesk"/>
                  <a:sym typeface="HK Grotesk"/>
                </a:rPr>
                <a:t> f</a:t>
              </a:r>
              <a:r>
                <a:rPr lang="en-US" sz="4047" strike="noStrike" u="none">
                  <a:solidFill>
                    <a:srgbClr val="D9E2F8"/>
                  </a:solidFill>
                  <a:latin typeface="HK Grotesk"/>
                  <a:ea typeface="HK Grotesk"/>
                  <a:cs typeface="HK Grotesk"/>
                  <a:sym typeface="HK Grotesk"/>
                </a:rPr>
                <a:t>rom the 8888 C</a:t>
              </a:r>
              <a:r>
                <a:rPr lang="en-US" sz="4047" strike="noStrike" u="none">
                  <a:solidFill>
                    <a:srgbClr val="D9E2F8"/>
                  </a:solidFill>
                  <a:latin typeface="HK Grotesk"/>
                  <a:ea typeface="HK Grotesk"/>
                  <a:cs typeface="HK Grotesk"/>
                  <a:sym typeface="HK Grotesk"/>
                </a:rPr>
                <a:t>i</a:t>
              </a:r>
              <a:r>
                <a:rPr lang="en-US" sz="4047" strike="noStrike" u="none">
                  <a:solidFill>
                    <a:srgbClr val="D9E2F8"/>
                  </a:solidFill>
                  <a:latin typeface="HK Grotesk"/>
                  <a:ea typeface="HK Grotesk"/>
                  <a:cs typeface="HK Grotesk"/>
                  <a:sym typeface="HK Grotesk"/>
                </a:rPr>
                <a:t>tizens’ Comp</a:t>
              </a:r>
              <a:r>
                <a:rPr lang="en-US" sz="4047" strike="noStrike" u="none">
                  <a:solidFill>
                    <a:srgbClr val="D9E2F8"/>
                  </a:solidFill>
                  <a:latin typeface="HK Grotesk"/>
                  <a:ea typeface="HK Grotesk"/>
                  <a:cs typeface="HK Grotesk"/>
                  <a:sym typeface="HK Grotesk"/>
                </a:rPr>
                <a:t>l</a:t>
              </a:r>
              <a:r>
                <a:rPr lang="en-US" sz="4047" strike="noStrike" u="none">
                  <a:solidFill>
                    <a:srgbClr val="D9E2F8"/>
                  </a:solidFill>
                  <a:latin typeface="HK Grotesk"/>
                  <a:ea typeface="HK Grotesk"/>
                  <a:cs typeface="HK Grotesk"/>
                  <a:sym typeface="HK Grotesk"/>
                </a:rPr>
                <a:t>aint Hotlin</a:t>
              </a:r>
              <a:r>
                <a:rPr lang="en-US" sz="4047" strike="noStrike" u="none">
                  <a:solidFill>
                    <a:srgbClr val="D9E2F8"/>
                  </a:solidFill>
                  <a:latin typeface="HK Grotesk"/>
                  <a:ea typeface="HK Grotesk"/>
                  <a:cs typeface="HK Grotesk"/>
                  <a:sym typeface="HK Grotesk"/>
                </a:rPr>
                <a:t>e</a:t>
              </a:r>
              <a:r>
                <a:rPr lang="en-US" sz="4047" strike="noStrike" u="none">
                  <a:solidFill>
                    <a:srgbClr val="D9E2F8"/>
                  </a:solidFill>
                  <a:latin typeface="HK Grotesk"/>
                  <a:ea typeface="HK Grotesk"/>
                  <a:cs typeface="HK Grotesk"/>
                  <a:sym typeface="HK Grotesk"/>
                </a:rPr>
                <a:t> are proces</a:t>
              </a:r>
              <a:r>
                <a:rPr lang="en-US" sz="4047" strike="noStrike" u="none">
                  <a:solidFill>
                    <a:srgbClr val="D9E2F8"/>
                  </a:solidFill>
                  <a:latin typeface="HK Grotesk"/>
                  <a:ea typeface="HK Grotesk"/>
                  <a:cs typeface="HK Grotesk"/>
                  <a:sym typeface="HK Grotesk"/>
                </a:rPr>
                <a:t>s</a:t>
              </a:r>
              <a:r>
                <a:rPr lang="en-US" sz="4047" strike="noStrike" u="none">
                  <a:solidFill>
                    <a:srgbClr val="D9E2F8"/>
                  </a:solidFill>
                  <a:latin typeface="HK Grotesk"/>
                  <a:ea typeface="HK Grotesk"/>
                  <a:cs typeface="HK Grotesk"/>
                  <a:sym typeface="HK Grotesk"/>
                </a:rPr>
                <a:t>ed through</a:t>
              </a:r>
              <a:r>
                <a:rPr lang="en-US" sz="4047" strike="noStrike" u="none">
                  <a:solidFill>
                    <a:srgbClr val="D9E2F8"/>
                  </a:solidFill>
                  <a:latin typeface="HK Grotesk"/>
                  <a:ea typeface="HK Grotesk"/>
                  <a:cs typeface="HK Grotesk"/>
                  <a:sym typeface="HK Grotesk"/>
                </a:rPr>
                <a:t> a</a:t>
              </a:r>
              <a:r>
                <a:rPr lang="en-US" sz="4047" strike="noStrike" u="none">
                  <a:solidFill>
                    <a:srgbClr val="D9E2F8"/>
                  </a:solidFill>
                  <a:latin typeface="HK Grotesk"/>
                  <a:ea typeface="HK Grotesk"/>
                  <a:cs typeface="HK Grotesk"/>
                  <a:sym typeface="HK Grotesk"/>
                </a:rPr>
                <a:t> chain of </a:t>
              </a:r>
              <a:r>
                <a:rPr lang="en-US" sz="4047" strike="noStrike" u="none">
                  <a:solidFill>
                    <a:srgbClr val="D9E2F8"/>
                  </a:solidFill>
                  <a:latin typeface="HK Grotesk"/>
                  <a:ea typeface="HK Grotesk"/>
                  <a:cs typeface="HK Grotesk"/>
                  <a:sym typeface="HK Grotesk"/>
                </a:rPr>
                <a:t>e</a:t>
              </a:r>
              <a:r>
                <a:rPr lang="en-US" sz="4047" strike="noStrike" u="none">
                  <a:solidFill>
                    <a:srgbClr val="D9E2F8"/>
                  </a:solidFill>
                  <a:latin typeface="HK Grotesk"/>
                  <a:ea typeface="HK Grotesk"/>
                  <a:cs typeface="HK Grotesk"/>
                  <a:sym typeface="HK Grotesk"/>
                </a:rPr>
                <a:t>mail</a:t>
              </a:r>
              <a:r>
                <a:rPr lang="en-US" sz="4047" strike="noStrike" u="none">
                  <a:solidFill>
                    <a:srgbClr val="D9E2F8"/>
                  </a:solidFill>
                  <a:latin typeface="HK Grotesk"/>
                  <a:ea typeface="HK Grotesk"/>
                  <a:cs typeface="HK Grotesk"/>
                  <a:sym typeface="HK Grotesk"/>
                </a:rPr>
                <a:t> </a:t>
              </a:r>
              <a:r>
                <a:rPr lang="en-US" sz="4047" strike="noStrike" u="none">
                  <a:solidFill>
                    <a:srgbClr val="D9E2F8"/>
                  </a:solidFill>
                  <a:latin typeface="HK Grotesk"/>
                  <a:ea typeface="HK Grotesk"/>
                  <a:cs typeface="HK Grotesk"/>
                  <a:sym typeface="HK Grotesk"/>
                </a:rPr>
                <a:t>c</a:t>
              </a:r>
              <a:r>
                <a:rPr lang="en-US" sz="4047" strike="noStrike" u="none">
                  <a:solidFill>
                    <a:srgbClr val="D9E2F8"/>
                  </a:solidFill>
                  <a:latin typeface="HK Grotesk"/>
                  <a:ea typeface="HK Grotesk"/>
                  <a:cs typeface="HK Grotesk"/>
                  <a:sym typeface="HK Grotesk"/>
                </a:rPr>
                <a:t>o</a:t>
              </a:r>
              <a:r>
                <a:rPr lang="en-US" sz="4047" strike="noStrike" u="none">
                  <a:solidFill>
                    <a:srgbClr val="D9E2F8"/>
                  </a:solidFill>
                  <a:latin typeface="HK Grotesk"/>
                  <a:ea typeface="HK Grotesk"/>
                  <a:cs typeface="HK Grotesk"/>
                  <a:sym typeface="HK Grotesk"/>
                </a:rPr>
                <a:t>mmunications—</a:t>
              </a:r>
              <a:r>
                <a:rPr lang="en-US" sz="4047" strike="noStrike" u="none">
                  <a:solidFill>
                    <a:srgbClr val="D9E2F8"/>
                  </a:solidFill>
                  <a:latin typeface="HK Grotesk"/>
                  <a:ea typeface="HK Grotesk"/>
                  <a:cs typeface="HK Grotesk"/>
                  <a:sym typeface="HK Grotesk"/>
                </a:rPr>
                <a:t>f</a:t>
              </a:r>
              <a:r>
                <a:rPr lang="en-US" sz="4047" strike="noStrike" u="none">
                  <a:solidFill>
                    <a:srgbClr val="D9E2F8"/>
                  </a:solidFill>
                  <a:latin typeface="HK Grotesk"/>
                  <a:ea typeface="HK Grotesk"/>
                  <a:cs typeface="HK Grotesk"/>
                  <a:sym typeface="HK Grotesk"/>
                </a:rPr>
                <a:t>rom </a:t>
              </a:r>
              <a:r>
                <a:rPr lang="en-US" sz="4047" strike="noStrike" u="none">
                  <a:solidFill>
                    <a:srgbClr val="D9E2F8"/>
                  </a:solidFill>
                  <a:latin typeface="HK Grotesk"/>
                  <a:ea typeface="HK Grotesk"/>
                  <a:cs typeface="HK Grotesk"/>
                  <a:sym typeface="HK Grotesk"/>
                </a:rPr>
                <a:t>t</a:t>
              </a:r>
              <a:r>
                <a:rPr lang="en-US" sz="4047" strike="noStrike" u="none">
                  <a:solidFill>
                    <a:srgbClr val="D9E2F8"/>
                  </a:solidFill>
                  <a:latin typeface="HK Grotesk"/>
                  <a:ea typeface="HK Grotesk"/>
                  <a:cs typeface="HK Grotesk"/>
                  <a:sym typeface="HK Grotesk"/>
                </a:rPr>
                <a:t>h</a:t>
              </a:r>
              <a:r>
                <a:rPr lang="en-US" sz="4047" strike="noStrike" u="none">
                  <a:solidFill>
                    <a:srgbClr val="D9E2F8"/>
                  </a:solidFill>
                  <a:latin typeface="HK Grotesk"/>
                  <a:ea typeface="HK Grotesk"/>
                  <a:cs typeface="HK Grotesk"/>
                  <a:sym typeface="HK Grotesk"/>
                </a:rPr>
                <a:t>e central, re</a:t>
              </a:r>
              <a:r>
                <a:rPr lang="en-US" sz="4047" strike="noStrike" u="none">
                  <a:solidFill>
                    <a:srgbClr val="D9E2F8"/>
                  </a:solidFill>
                  <a:latin typeface="HK Grotesk"/>
                  <a:ea typeface="HK Grotesk"/>
                  <a:cs typeface="HK Grotesk"/>
                  <a:sym typeface="HK Grotesk"/>
                </a:rPr>
                <a:t>gional, to field offi</a:t>
              </a:r>
              <a:r>
                <a:rPr lang="en-US" sz="4047" strike="noStrike" u="none">
                  <a:solidFill>
                    <a:srgbClr val="D9E2F8"/>
                  </a:solidFill>
                  <a:latin typeface="HK Grotesk"/>
                  <a:ea typeface="HK Grotesk"/>
                  <a:cs typeface="HK Grotesk"/>
                  <a:sym typeface="HK Grotesk"/>
                </a:rPr>
                <a:t>ce</a:t>
              </a:r>
              <a:r>
                <a:rPr lang="en-US" sz="4047" strike="noStrike" u="none">
                  <a:solidFill>
                    <a:srgbClr val="D9E2F8"/>
                  </a:solidFill>
                  <a:latin typeface="HK Grotesk"/>
                  <a:ea typeface="HK Grotesk"/>
                  <a:cs typeface="HK Grotesk"/>
                  <a:sym typeface="HK Grotesk"/>
                </a:rPr>
                <a:t> an</a:t>
              </a:r>
              <a:r>
                <a:rPr lang="en-US" sz="4047" strike="noStrike" u="none">
                  <a:solidFill>
                    <a:srgbClr val="D9E2F8"/>
                  </a:solidFill>
                  <a:latin typeface="HK Grotesk"/>
                  <a:ea typeface="HK Grotesk"/>
                  <a:cs typeface="HK Grotesk"/>
                  <a:sym typeface="HK Grotesk"/>
                </a:rPr>
                <a:t>d </a:t>
              </a:r>
              <a:r>
                <a:rPr lang="en-US" sz="4047" strike="noStrike" u="none">
                  <a:solidFill>
                    <a:srgbClr val="D9E2F8"/>
                  </a:solidFill>
                  <a:latin typeface="HK Grotesk"/>
                  <a:ea typeface="HK Grotesk"/>
                  <a:cs typeface="HK Grotesk"/>
                  <a:sym typeface="HK Grotesk"/>
                </a:rPr>
                <a:t>then forw</a:t>
              </a:r>
              <a:r>
                <a:rPr lang="en-US" sz="4047" strike="noStrike" u="none">
                  <a:solidFill>
                    <a:srgbClr val="D9E2F8"/>
                  </a:solidFill>
                  <a:latin typeface="HK Grotesk"/>
                  <a:ea typeface="HK Grotesk"/>
                  <a:cs typeface="HK Grotesk"/>
                  <a:sym typeface="HK Grotesk"/>
                </a:rPr>
                <a:t>a</a:t>
              </a:r>
              <a:r>
                <a:rPr lang="en-US" sz="4047" strike="noStrike" u="none">
                  <a:solidFill>
                    <a:srgbClr val="D9E2F8"/>
                  </a:solidFill>
                  <a:latin typeface="HK Grotesk"/>
                  <a:ea typeface="HK Grotesk"/>
                  <a:cs typeface="HK Grotesk"/>
                  <a:sym typeface="HK Grotesk"/>
                </a:rPr>
                <a:t>rded to the re</a:t>
              </a:r>
              <a:r>
                <a:rPr lang="en-US" sz="4047" strike="noStrike" u="none">
                  <a:solidFill>
                    <a:srgbClr val="D9E2F8"/>
                  </a:solidFill>
                  <a:latin typeface="HK Grotesk"/>
                  <a:ea typeface="HK Grotesk"/>
                  <a:cs typeface="HK Grotesk"/>
                  <a:sym typeface="HK Grotesk"/>
                </a:rPr>
                <a:t>s</a:t>
              </a:r>
              <a:r>
                <a:rPr lang="en-US" sz="4047" strike="noStrike" u="none">
                  <a:solidFill>
                    <a:srgbClr val="D9E2F8"/>
                  </a:solidFill>
                  <a:latin typeface="HK Grotesk"/>
                  <a:ea typeface="HK Grotesk"/>
                  <a:cs typeface="HK Grotesk"/>
                  <a:sym typeface="HK Grotesk"/>
                </a:rPr>
                <a:t>pective</a:t>
              </a:r>
              <a:r>
                <a:rPr lang="en-US" sz="4047" strike="noStrike" u="none">
                  <a:solidFill>
                    <a:srgbClr val="D9E2F8"/>
                  </a:solidFill>
                  <a:latin typeface="HK Grotesk"/>
                  <a:ea typeface="HK Grotesk"/>
                  <a:cs typeface="HK Grotesk"/>
                  <a:sym typeface="HK Grotesk"/>
                </a:rPr>
                <a:t> </a:t>
              </a:r>
              <a:r>
                <a:rPr lang="en-US" sz="4047" strike="noStrike" u="none">
                  <a:solidFill>
                    <a:srgbClr val="D9E2F8"/>
                  </a:solidFill>
                  <a:latin typeface="HK Grotesk"/>
                  <a:ea typeface="HK Grotesk"/>
                  <a:cs typeface="HK Grotesk"/>
                  <a:sym typeface="HK Grotesk"/>
                </a:rPr>
                <a:t>L</a:t>
              </a:r>
              <a:r>
                <a:rPr lang="en-US" sz="4047" strike="noStrike" u="none">
                  <a:solidFill>
                    <a:srgbClr val="D9E2F8"/>
                  </a:solidFill>
                  <a:latin typeface="HK Grotesk"/>
                  <a:ea typeface="HK Grotesk"/>
                  <a:cs typeface="HK Grotesk"/>
                  <a:sym typeface="HK Grotesk"/>
                </a:rPr>
                <a:t>oc</a:t>
              </a:r>
              <a:r>
                <a:rPr lang="en-US" sz="4047" strike="noStrike" u="none">
                  <a:solidFill>
                    <a:srgbClr val="D9E2F8"/>
                  </a:solidFill>
                  <a:latin typeface="HK Grotesk"/>
                  <a:ea typeface="HK Grotesk"/>
                  <a:cs typeface="HK Grotesk"/>
                  <a:sym typeface="HK Grotesk"/>
                </a:rPr>
                <a:t>al Govern</a:t>
              </a:r>
              <a:r>
                <a:rPr lang="en-US" sz="4047" strike="noStrike" u="none">
                  <a:solidFill>
                    <a:srgbClr val="D9E2F8"/>
                  </a:solidFill>
                  <a:latin typeface="HK Grotesk"/>
                  <a:ea typeface="HK Grotesk"/>
                  <a:cs typeface="HK Grotesk"/>
                  <a:sym typeface="HK Grotesk"/>
                </a:rPr>
                <a:t>ment </a:t>
              </a:r>
              <a:r>
                <a:rPr lang="en-US" sz="4047" strike="noStrike" u="none">
                  <a:solidFill>
                    <a:srgbClr val="D9E2F8"/>
                  </a:solidFill>
                  <a:latin typeface="HK Grotesk"/>
                  <a:ea typeface="HK Grotesk"/>
                  <a:cs typeface="HK Grotesk"/>
                  <a:sym typeface="HK Grotesk"/>
                </a:rPr>
                <a:t>Units (LGUs).</a:t>
              </a:r>
            </a:p>
            <a:p>
              <a:pPr algn="l" marL="0" indent="0" lvl="0">
                <a:lnSpc>
                  <a:spcPts val="4857"/>
                </a:lnSpc>
              </a:pPr>
              <a:r>
                <a:rPr lang="en-US" sz="4047" strike="noStrike" u="none">
                  <a:solidFill>
                    <a:srgbClr val="D9E2F8"/>
                  </a:solidFill>
                  <a:latin typeface="HK Grotesk"/>
                  <a:ea typeface="HK Grotesk"/>
                  <a:cs typeface="HK Grotesk"/>
                  <a:sym typeface="HK Grotesk"/>
                </a:rPr>
                <a:t>Be</a:t>
              </a:r>
              <a:r>
                <a:rPr lang="en-US" sz="4047" strike="noStrike" u="none">
                  <a:solidFill>
                    <a:srgbClr val="D9E2F8"/>
                  </a:solidFill>
                  <a:latin typeface="HK Grotesk"/>
                  <a:ea typeface="HK Grotesk"/>
                  <a:cs typeface="HK Grotesk"/>
                  <a:sym typeface="HK Grotesk"/>
                </a:rPr>
                <a:t>c</a:t>
              </a:r>
              <a:r>
                <a:rPr lang="en-US" sz="4047" strike="noStrike" u="none">
                  <a:solidFill>
                    <a:srgbClr val="D9E2F8"/>
                  </a:solidFill>
                  <a:latin typeface="HK Grotesk"/>
                  <a:ea typeface="HK Grotesk"/>
                  <a:cs typeface="HK Grotesk"/>
                  <a:sym typeface="HK Grotesk"/>
                </a:rPr>
                <a:t>ause this pr</a:t>
              </a:r>
              <a:r>
                <a:rPr lang="en-US" sz="4047" strike="noStrike" u="none">
                  <a:solidFill>
                    <a:srgbClr val="D9E2F8"/>
                  </a:solidFill>
                  <a:latin typeface="HK Grotesk"/>
                  <a:ea typeface="HK Grotesk"/>
                  <a:cs typeface="HK Grotesk"/>
                  <a:sym typeface="HK Grotesk"/>
                </a:rPr>
                <a:t>o</a:t>
              </a:r>
              <a:r>
                <a:rPr lang="en-US" sz="4047" strike="noStrike" u="none">
                  <a:solidFill>
                    <a:srgbClr val="D9E2F8"/>
                  </a:solidFill>
                  <a:latin typeface="HK Grotesk"/>
                  <a:ea typeface="HK Grotesk"/>
                  <a:cs typeface="HK Grotesk"/>
                  <a:sym typeface="HK Grotesk"/>
                </a:rPr>
                <a:t>cess rel</a:t>
              </a:r>
              <a:r>
                <a:rPr lang="en-US" sz="4047" strike="noStrike" u="none">
                  <a:solidFill>
                    <a:srgbClr val="D9E2F8"/>
                  </a:solidFill>
                  <a:latin typeface="HK Grotesk"/>
                  <a:ea typeface="HK Grotesk"/>
                  <a:cs typeface="HK Grotesk"/>
                  <a:sym typeface="HK Grotesk"/>
                </a:rPr>
                <a:t>ies ma</a:t>
              </a:r>
              <a:r>
                <a:rPr lang="en-US" sz="4047" strike="noStrike" u="none">
                  <a:solidFill>
                    <a:srgbClr val="D9E2F8"/>
                  </a:solidFill>
                  <a:latin typeface="HK Grotesk"/>
                  <a:ea typeface="HK Grotesk"/>
                  <a:cs typeface="HK Grotesk"/>
                  <a:sym typeface="HK Grotesk"/>
                </a:rPr>
                <a:t>inly on email and document forward</a:t>
              </a:r>
              <a:r>
                <a:rPr lang="en-US" sz="4047" strike="noStrike" u="none">
                  <a:solidFill>
                    <a:srgbClr val="D9E2F8"/>
                  </a:solidFill>
                  <a:latin typeface="HK Grotesk"/>
                  <a:ea typeface="HK Grotesk"/>
                  <a:cs typeface="HK Grotesk"/>
                  <a:sym typeface="HK Grotesk"/>
                </a:rPr>
                <a:t>ing</a:t>
              </a:r>
              <a:r>
                <a:rPr lang="en-US" sz="4047" strike="noStrike" u="none">
                  <a:solidFill>
                    <a:srgbClr val="D9E2F8"/>
                  </a:solidFill>
                  <a:latin typeface="HK Grotesk"/>
                  <a:ea typeface="HK Grotesk"/>
                  <a:cs typeface="HK Grotesk"/>
                  <a:sym typeface="HK Grotesk"/>
                </a:rPr>
                <a:t>,</a:t>
              </a:r>
              <a:r>
                <a:rPr lang="en-US" sz="4047" strike="noStrike" u="none">
                  <a:solidFill>
                    <a:srgbClr val="D9E2F8"/>
                  </a:solidFill>
                  <a:latin typeface="HK Grotesk"/>
                  <a:ea typeface="HK Grotesk"/>
                  <a:cs typeface="HK Grotesk"/>
                  <a:sym typeface="HK Grotesk"/>
                </a:rPr>
                <a:t> it </a:t>
              </a:r>
              <a:r>
                <a:rPr lang="en-US" sz="4047" strike="noStrike" u="none">
                  <a:solidFill>
                    <a:srgbClr val="D9E2F8"/>
                  </a:solidFill>
                  <a:latin typeface="HK Grotesk"/>
                  <a:ea typeface="HK Grotesk"/>
                  <a:cs typeface="HK Grotesk"/>
                  <a:sym typeface="HK Grotesk"/>
                </a:rPr>
                <a:t>can lead to delays, and </a:t>
              </a:r>
              <a:r>
                <a:rPr lang="en-US" sz="4047" strike="noStrike" u="none">
                  <a:solidFill>
                    <a:srgbClr val="D9E2F8"/>
                  </a:solidFill>
                  <a:latin typeface="HK Grotesk"/>
                  <a:ea typeface="HK Grotesk"/>
                  <a:cs typeface="HK Grotesk"/>
                  <a:sym typeface="HK Grotesk"/>
                </a:rPr>
                <a:t>difficult</a:t>
              </a:r>
              <a:r>
                <a:rPr lang="en-US" sz="4047" strike="noStrike" u="none">
                  <a:solidFill>
                    <a:srgbClr val="D9E2F8"/>
                  </a:solidFill>
                  <a:latin typeface="HK Grotesk"/>
                  <a:ea typeface="HK Grotesk"/>
                  <a:cs typeface="HK Grotesk"/>
                  <a:sym typeface="HK Grotesk"/>
                </a:rPr>
                <a:t>y</a:t>
              </a:r>
              <a:r>
                <a:rPr lang="en-US" sz="4047" strike="noStrike" u="none">
                  <a:solidFill>
                    <a:srgbClr val="D9E2F8"/>
                  </a:solidFill>
                  <a:latin typeface="HK Grotesk"/>
                  <a:ea typeface="HK Grotesk"/>
                  <a:cs typeface="HK Grotesk"/>
                  <a:sym typeface="HK Grotesk"/>
                </a:rPr>
                <a:t> </a:t>
              </a:r>
              <a:r>
                <a:rPr lang="en-US" sz="4047" strike="noStrike" u="none">
                  <a:solidFill>
                    <a:srgbClr val="D9E2F8"/>
                  </a:solidFill>
                  <a:latin typeface="HK Grotesk"/>
                  <a:ea typeface="HK Grotesk"/>
                  <a:cs typeface="HK Grotesk"/>
                  <a:sym typeface="HK Grotesk"/>
                </a:rPr>
                <a:t>in moni</a:t>
              </a:r>
              <a:r>
                <a:rPr lang="en-US" sz="4047" strike="noStrike" u="none">
                  <a:solidFill>
                    <a:srgbClr val="D9E2F8"/>
                  </a:solidFill>
                  <a:latin typeface="HK Grotesk"/>
                  <a:ea typeface="HK Grotesk"/>
                  <a:cs typeface="HK Grotesk"/>
                  <a:sym typeface="HK Grotesk"/>
                </a:rPr>
                <a:t>to</a:t>
              </a:r>
              <a:r>
                <a:rPr lang="en-US" sz="4047" strike="noStrike" u="none">
                  <a:solidFill>
                    <a:srgbClr val="D9E2F8"/>
                  </a:solidFill>
                  <a:latin typeface="HK Grotesk"/>
                  <a:ea typeface="HK Grotesk"/>
                  <a:cs typeface="HK Grotesk"/>
                  <a:sym typeface="HK Grotesk"/>
                </a:rPr>
                <a:t>ring</a:t>
              </a:r>
              <a:r>
                <a:rPr lang="en-US" sz="4047" strike="noStrike" u="none">
                  <a:solidFill>
                    <a:srgbClr val="D9E2F8"/>
                  </a:solidFill>
                  <a:latin typeface="HK Grotesk"/>
                  <a:ea typeface="HK Grotesk"/>
                  <a:cs typeface="HK Grotesk"/>
                  <a:sym typeface="HK Grotesk"/>
                </a:rPr>
                <a:t> </a:t>
              </a:r>
              <a:r>
                <a:rPr lang="en-US" sz="4047" strike="noStrike" u="none">
                  <a:solidFill>
                    <a:srgbClr val="D9E2F8"/>
                  </a:solidFill>
                  <a:latin typeface="HK Grotesk"/>
                  <a:ea typeface="HK Grotesk"/>
                  <a:cs typeface="HK Grotesk"/>
                  <a:sym typeface="HK Grotesk"/>
                </a:rPr>
                <a:t>co</a:t>
              </a:r>
              <a:r>
                <a:rPr lang="en-US" sz="4047" strike="noStrike" u="none">
                  <a:solidFill>
                    <a:srgbClr val="D9E2F8"/>
                  </a:solidFill>
                  <a:latin typeface="HK Grotesk"/>
                  <a:ea typeface="HK Grotesk"/>
                  <a:cs typeface="HK Grotesk"/>
                  <a:sym typeface="HK Grotesk"/>
                </a:rPr>
                <a:t>m</a:t>
              </a:r>
              <a:r>
                <a:rPr lang="en-US" sz="4047" strike="noStrike" u="none">
                  <a:solidFill>
                    <a:srgbClr val="D9E2F8"/>
                  </a:solidFill>
                  <a:latin typeface="HK Grotesk"/>
                  <a:ea typeface="HK Grotesk"/>
                  <a:cs typeface="HK Grotesk"/>
                  <a:sym typeface="HK Grotesk"/>
                </a:rPr>
                <a:t>pl</a:t>
              </a:r>
              <a:r>
                <a:rPr lang="en-US" sz="4047" strike="noStrike" u="none">
                  <a:solidFill>
                    <a:srgbClr val="D9E2F8"/>
                  </a:solidFill>
                  <a:latin typeface="HK Grotesk"/>
                  <a:ea typeface="HK Grotesk"/>
                  <a:cs typeface="HK Grotesk"/>
                  <a:sym typeface="HK Grotesk"/>
                </a:rPr>
                <a:t>aint</a:t>
              </a:r>
              <a:r>
                <a:rPr lang="en-US" sz="4047" strike="noStrike" u="none">
                  <a:solidFill>
                    <a:srgbClr val="D9E2F8"/>
                  </a:solidFill>
                  <a:latin typeface="HK Grotesk"/>
                  <a:ea typeface="HK Grotesk"/>
                  <a:cs typeface="HK Grotesk"/>
                  <a:sym typeface="HK Grotesk"/>
                </a:rPr>
                <a:t> progress. Addition</a:t>
              </a:r>
              <a:r>
                <a:rPr lang="en-US" sz="4047" strike="noStrike" u="none">
                  <a:solidFill>
                    <a:srgbClr val="D9E2F8"/>
                  </a:solidFill>
                  <a:latin typeface="HK Grotesk"/>
                  <a:ea typeface="HK Grotesk"/>
                  <a:cs typeface="HK Grotesk"/>
                  <a:sym typeface="HK Grotesk"/>
                </a:rPr>
                <a:t>a</a:t>
              </a:r>
              <a:r>
                <a:rPr lang="en-US" sz="4047" strike="noStrike" u="none">
                  <a:solidFill>
                    <a:srgbClr val="D9E2F8"/>
                  </a:solidFill>
                  <a:latin typeface="HK Grotesk"/>
                  <a:ea typeface="HK Grotesk"/>
                  <a:cs typeface="HK Grotesk"/>
                  <a:sym typeface="HK Grotesk"/>
                </a:rPr>
                <a:t>lly, w</a:t>
              </a:r>
              <a:r>
                <a:rPr lang="en-US" sz="4047" strike="noStrike" u="none">
                  <a:solidFill>
                    <a:srgbClr val="D9E2F8"/>
                  </a:solidFill>
                  <a:latin typeface="HK Grotesk"/>
                  <a:ea typeface="HK Grotesk"/>
                  <a:cs typeface="HK Grotesk"/>
                  <a:sym typeface="HK Grotesk"/>
                </a:rPr>
                <a:t>i</a:t>
              </a:r>
              <a:r>
                <a:rPr lang="en-US" sz="4047" strike="noStrike" u="none">
                  <a:solidFill>
                    <a:srgbClr val="D9E2F8"/>
                  </a:solidFill>
                  <a:latin typeface="HK Grotesk"/>
                  <a:ea typeface="HK Grotesk"/>
                  <a:cs typeface="HK Grotesk"/>
                  <a:sym typeface="HK Grotesk"/>
                </a:rPr>
                <a:t>thout</a:t>
              </a:r>
              <a:r>
                <a:rPr lang="en-US" sz="4047" strike="noStrike" u="none">
                  <a:solidFill>
                    <a:srgbClr val="D9E2F8"/>
                  </a:solidFill>
                  <a:latin typeface="HK Grotesk"/>
                  <a:ea typeface="HK Grotesk"/>
                  <a:cs typeface="HK Grotesk"/>
                  <a:sym typeface="HK Grotesk"/>
                </a:rPr>
                <a:t> a</a:t>
              </a:r>
              <a:r>
                <a:rPr lang="en-US" sz="4047" strike="noStrike" u="none">
                  <a:solidFill>
                    <a:srgbClr val="D9E2F8"/>
                  </a:solidFill>
                  <a:latin typeface="HK Grotesk"/>
                  <a:ea typeface="HK Grotesk"/>
                  <a:cs typeface="HK Grotesk"/>
                  <a:sym typeface="HK Grotesk"/>
                </a:rPr>
                <a:t> ce</a:t>
              </a:r>
              <a:r>
                <a:rPr lang="en-US" sz="4047" strike="noStrike" u="none">
                  <a:solidFill>
                    <a:srgbClr val="D9E2F8"/>
                  </a:solidFill>
                  <a:latin typeface="HK Grotesk"/>
                  <a:ea typeface="HK Grotesk"/>
                  <a:cs typeface="HK Grotesk"/>
                  <a:sym typeface="HK Grotesk"/>
                </a:rPr>
                <a:t>n</a:t>
              </a:r>
              <a:r>
                <a:rPr lang="en-US" sz="4047" strike="noStrike" u="none">
                  <a:solidFill>
                    <a:srgbClr val="D9E2F8"/>
                  </a:solidFill>
                  <a:latin typeface="HK Grotesk"/>
                  <a:ea typeface="HK Grotesk"/>
                  <a:cs typeface="HK Grotesk"/>
                  <a:sym typeface="HK Grotesk"/>
                </a:rPr>
                <a:t>t</a:t>
              </a:r>
              <a:r>
                <a:rPr lang="en-US" sz="4047" strike="noStrike" u="none">
                  <a:solidFill>
                    <a:srgbClr val="D9E2F8"/>
                  </a:solidFill>
                  <a:latin typeface="HK Grotesk"/>
                  <a:ea typeface="HK Grotesk"/>
                  <a:cs typeface="HK Grotesk"/>
                  <a:sym typeface="HK Grotesk"/>
                </a:rPr>
                <a:t>ra</a:t>
              </a:r>
              <a:r>
                <a:rPr lang="en-US" sz="4047" strike="noStrike" u="none">
                  <a:solidFill>
                    <a:srgbClr val="D9E2F8"/>
                  </a:solidFill>
                  <a:latin typeface="HK Grotesk"/>
                  <a:ea typeface="HK Grotesk"/>
                  <a:cs typeface="HK Grotesk"/>
                  <a:sym typeface="HK Grotesk"/>
                </a:rPr>
                <a:t>l</a:t>
              </a:r>
              <a:r>
                <a:rPr lang="en-US" sz="4047" strike="noStrike" u="none">
                  <a:solidFill>
                    <a:srgbClr val="D9E2F8"/>
                  </a:solidFill>
                  <a:latin typeface="HK Grotesk"/>
                  <a:ea typeface="HK Grotesk"/>
                  <a:cs typeface="HK Grotesk"/>
                  <a:sym typeface="HK Grotesk"/>
                </a:rPr>
                <a:t>ized system</a:t>
              </a:r>
              <a:r>
                <a:rPr lang="en-US" sz="4047" strike="noStrike" u="none">
                  <a:solidFill>
                    <a:srgbClr val="D9E2F8"/>
                  </a:solidFill>
                  <a:latin typeface="HK Grotesk"/>
                  <a:ea typeface="HK Grotesk"/>
                  <a:cs typeface="HK Grotesk"/>
                  <a:sym typeface="HK Grotesk"/>
                </a:rPr>
                <a:t>,</a:t>
              </a:r>
              <a:r>
                <a:rPr lang="en-US" sz="4047" strike="noStrike" u="none">
                  <a:solidFill>
                    <a:srgbClr val="D9E2F8"/>
                  </a:solidFill>
                  <a:latin typeface="HK Grotesk"/>
                  <a:ea typeface="HK Grotesk"/>
                  <a:cs typeface="HK Grotesk"/>
                  <a:sym typeface="HK Grotesk"/>
                </a:rPr>
                <a:t> </a:t>
              </a:r>
              <a:r>
                <a:rPr lang="en-US" sz="4047" strike="noStrike" u="none">
                  <a:solidFill>
                    <a:srgbClr val="D9E2F8"/>
                  </a:solidFill>
                  <a:latin typeface="HK Grotesk"/>
                  <a:ea typeface="HK Grotesk"/>
                  <a:cs typeface="HK Grotesk"/>
                  <a:sym typeface="HK Grotesk"/>
                </a:rPr>
                <a:t>it becomes challenging t</a:t>
              </a:r>
              <a:r>
                <a:rPr lang="en-US" sz="4047" strike="noStrike" u="none">
                  <a:solidFill>
                    <a:srgbClr val="D9E2F8"/>
                  </a:solidFill>
                  <a:latin typeface="HK Grotesk"/>
                  <a:ea typeface="HK Grotesk"/>
                  <a:cs typeface="HK Grotesk"/>
                  <a:sym typeface="HK Grotesk"/>
                </a:rPr>
                <a:t>o</a:t>
              </a:r>
              <a:r>
                <a:rPr lang="en-US" sz="4047" strike="noStrike" u="none">
                  <a:solidFill>
                    <a:srgbClr val="D9E2F8"/>
                  </a:solidFill>
                  <a:latin typeface="HK Grotesk"/>
                  <a:ea typeface="HK Grotesk"/>
                  <a:cs typeface="HK Grotesk"/>
                  <a:sym typeface="HK Grotesk"/>
                </a:rPr>
                <a:t> clea</a:t>
              </a:r>
              <a:r>
                <a:rPr lang="en-US" sz="4047" strike="noStrike" u="none">
                  <a:solidFill>
                    <a:srgbClr val="D9E2F8"/>
                  </a:solidFill>
                  <a:latin typeface="HK Grotesk"/>
                  <a:ea typeface="HK Grotesk"/>
                  <a:cs typeface="HK Grotesk"/>
                  <a:sym typeface="HK Grotesk"/>
                </a:rPr>
                <a:t>r</a:t>
              </a:r>
              <a:r>
                <a:rPr lang="en-US" sz="4047" strike="noStrike" u="none">
                  <a:solidFill>
                    <a:srgbClr val="D9E2F8"/>
                  </a:solidFill>
                  <a:latin typeface="HK Grotesk"/>
                  <a:ea typeface="HK Grotesk"/>
                  <a:cs typeface="HK Grotesk"/>
                  <a:sym typeface="HK Grotesk"/>
                </a:rPr>
                <a:t>ly</a:t>
              </a:r>
              <a:r>
                <a:rPr lang="en-US" sz="4047" strike="noStrike" u="none">
                  <a:solidFill>
                    <a:srgbClr val="D9E2F8"/>
                  </a:solidFill>
                  <a:latin typeface="HK Grotesk"/>
                  <a:ea typeface="HK Grotesk"/>
                  <a:cs typeface="HK Grotesk"/>
                  <a:sym typeface="HK Grotesk"/>
                </a:rPr>
                <a:t> </a:t>
              </a:r>
              <a:r>
                <a:rPr lang="en-US" sz="4047" strike="noStrike" u="none">
                  <a:solidFill>
                    <a:srgbClr val="D9E2F8"/>
                  </a:solidFill>
                  <a:latin typeface="HK Grotesk"/>
                  <a:ea typeface="HK Grotesk"/>
                  <a:cs typeface="HK Grotesk"/>
                  <a:sym typeface="HK Grotesk"/>
                </a:rPr>
                <a:t>de</a:t>
              </a:r>
              <a:r>
                <a:rPr lang="en-US" sz="4047" strike="noStrike" u="none">
                  <a:solidFill>
                    <a:srgbClr val="D9E2F8"/>
                  </a:solidFill>
                  <a:latin typeface="HK Grotesk"/>
                  <a:ea typeface="HK Grotesk"/>
                  <a:cs typeface="HK Grotesk"/>
                  <a:sym typeface="HK Grotesk"/>
                </a:rPr>
                <a:t>t</a:t>
              </a:r>
              <a:r>
                <a:rPr lang="en-US" sz="4047" strike="noStrike" u="none">
                  <a:solidFill>
                    <a:srgbClr val="D9E2F8"/>
                  </a:solidFill>
                  <a:latin typeface="HK Grotesk"/>
                  <a:ea typeface="HK Grotesk"/>
                  <a:cs typeface="HK Grotesk"/>
                  <a:sym typeface="HK Grotesk"/>
                </a:rPr>
                <a:t>e</a:t>
              </a:r>
              <a:r>
                <a:rPr lang="en-US" sz="4047" strike="noStrike" u="none">
                  <a:solidFill>
                    <a:srgbClr val="D9E2F8"/>
                  </a:solidFill>
                  <a:latin typeface="HK Grotesk"/>
                  <a:ea typeface="HK Grotesk"/>
                  <a:cs typeface="HK Grotesk"/>
                  <a:sym typeface="HK Grotesk"/>
                </a:rPr>
                <a:t>r</a:t>
              </a:r>
              <a:r>
                <a:rPr lang="en-US" sz="4047" strike="noStrike" u="none">
                  <a:solidFill>
                    <a:srgbClr val="D9E2F8"/>
                  </a:solidFill>
                  <a:latin typeface="HK Grotesk"/>
                  <a:ea typeface="HK Grotesk"/>
                  <a:cs typeface="HK Grotesk"/>
                  <a:sym typeface="HK Grotesk"/>
                </a:rPr>
                <a:t>m</a:t>
              </a:r>
              <a:r>
                <a:rPr lang="en-US" sz="4047" strike="noStrike" u="none">
                  <a:solidFill>
                    <a:srgbClr val="D9E2F8"/>
                  </a:solidFill>
                  <a:latin typeface="HK Grotesk"/>
                  <a:ea typeface="HK Grotesk"/>
                  <a:cs typeface="HK Grotesk"/>
                  <a:sym typeface="HK Grotesk"/>
                </a:rPr>
                <a:t>in</a:t>
              </a:r>
              <a:r>
                <a:rPr lang="en-US" sz="4047" strike="noStrike" u="none">
                  <a:solidFill>
                    <a:srgbClr val="D9E2F8"/>
                  </a:solidFill>
                  <a:latin typeface="HK Grotesk"/>
                  <a:ea typeface="HK Grotesk"/>
                  <a:cs typeface="HK Grotesk"/>
                  <a:sym typeface="HK Grotesk"/>
                </a:rPr>
                <a:t>e</a:t>
              </a:r>
              <a:r>
                <a:rPr lang="en-US" sz="4047" strike="noStrike" u="none">
                  <a:solidFill>
                    <a:srgbClr val="D9E2F8"/>
                  </a:solidFill>
                  <a:latin typeface="HK Grotesk"/>
                  <a:ea typeface="HK Grotesk"/>
                  <a:cs typeface="HK Grotesk"/>
                  <a:sym typeface="HK Grotesk"/>
                </a:rPr>
                <a:t> </a:t>
              </a:r>
              <a:r>
                <a:rPr lang="en-US" sz="4047" strike="noStrike" u="none">
                  <a:solidFill>
                    <a:srgbClr val="D9E2F8"/>
                  </a:solidFill>
                  <a:latin typeface="HK Grotesk"/>
                  <a:ea typeface="HK Grotesk"/>
                  <a:cs typeface="HK Grotesk"/>
                  <a:sym typeface="HK Grotesk"/>
                </a:rPr>
                <a:t>the curre</a:t>
              </a:r>
              <a:r>
                <a:rPr lang="en-US" sz="4047" strike="noStrike" u="none">
                  <a:solidFill>
                    <a:srgbClr val="D9E2F8"/>
                  </a:solidFill>
                  <a:latin typeface="HK Grotesk"/>
                  <a:ea typeface="HK Grotesk"/>
                  <a:cs typeface="HK Grotesk"/>
                  <a:sym typeface="HK Grotesk"/>
                </a:rPr>
                <a:t>n</a:t>
              </a:r>
              <a:r>
                <a:rPr lang="en-US" sz="4047" strike="noStrike" u="none">
                  <a:solidFill>
                    <a:srgbClr val="D9E2F8"/>
                  </a:solidFill>
                  <a:latin typeface="HK Grotesk"/>
                  <a:ea typeface="HK Grotesk"/>
                  <a:cs typeface="HK Grotesk"/>
                  <a:sym typeface="HK Grotesk"/>
                </a:rPr>
                <a:t>t</a:t>
              </a:r>
              <a:r>
                <a:rPr lang="en-US" sz="4047" strike="noStrike" u="none">
                  <a:solidFill>
                    <a:srgbClr val="D9E2F8"/>
                  </a:solidFill>
                  <a:latin typeface="HK Grotesk"/>
                  <a:ea typeface="HK Grotesk"/>
                  <a:cs typeface="HK Grotesk"/>
                  <a:sym typeface="HK Grotesk"/>
                </a:rPr>
                <a:t> </a:t>
              </a:r>
              <a:r>
                <a:rPr lang="en-US" sz="4047" strike="noStrike" u="none">
                  <a:solidFill>
                    <a:srgbClr val="D9E2F8"/>
                  </a:solidFill>
                  <a:latin typeface="HK Grotesk"/>
                  <a:ea typeface="HK Grotesk"/>
                  <a:cs typeface="HK Grotesk"/>
                  <a:sym typeface="HK Grotesk"/>
                </a:rPr>
                <a:t>st</a:t>
              </a:r>
              <a:r>
                <a:rPr lang="en-US" sz="4047" strike="noStrike" u="none">
                  <a:solidFill>
                    <a:srgbClr val="D9E2F8"/>
                  </a:solidFill>
                  <a:latin typeface="HK Grotesk"/>
                  <a:ea typeface="HK Grotesk"/>
                  <a:cs typeface="HK Grotesk"/>
                  <a:sym typeface="HK Grotesk"/>
                </a:rPr>
                <a:t>a</a:t>
              </a:r>
              <a:r>
                <a:rPr lang="en-US" sz="4047" strike="noStrike" u="none">
                  <a:solidFill>
                    <a:srgbClr val="D9E2F8"/>
                  </a:solidFill>
                  <a:latin typeface="HK Grotesk"/>
                  <a:ea typeface="HK Grotesk"/>
                  <a:cs typeface="HK Grotesk"/>
                  <a:sym typeface="HK Grotesk"/>
                </a:rPr>
                <a:t>tus </a:t>
              </a:r>
              <a:r>
                <a:rPr lang="en-US" sz="4047" strike="noStrike" u="none">
                  <a:solidFill>
                    <a:srgbClr val="D9E2F8"/>
                  </a:solidFill>
                  <a:latin typeface="HK Grotesk"/>
                  <a:ea typeface="HK Grotesk"/>
                  <a:cs typeface="HK Grotesk"/>
                  <a:sym typeface="HK Grotesk"/>
                </a:rPr>
                <a:t>an</a:t>
              </a:r>
              <a:r>
                <a:rPr lang="en-US" sz="4047" strike="noStrike" u="none">
                  <a:solidFill>
                    <a:srgbClr val="D9E2F8"/>
                  </a:solidFill>
                  <a:latin typeface="HK Grotesk"/>
                  <a:ea typeface="HK Grotesk"/>
                  <a:cs typeface="HK Grotesk"/>
                  <a:sym typeface="HK Grotesk"/>
                </a:rPr>
                <a:t>d</a:t>
              </a:r>
              <a:r>
                <a:rPr lang="en-US" sz="4047" strike="noStrike" u="none">
                  <a:solidFill>
                    <a:srgbClr val="D9E2F8"/>
                  </a:solidFill>
                  <a:latin typeface="HK Grotesk"/>
                  <a:ea typeface="HK Grotesk"/>
                  <a:cs typeface="HK Grotesk"/>
                  <a:sym typeface="HK Grotesk"/>
                </a:rPr>
                <a:t> </a:t>
              </a:r>
              <a:r>
                <a:rPr lang="en-US" sz="4047" strike="noStrike" u="none">
                  <a:solidFill>
                    <a:srgbClr val="D9E2F8"/>
                  </a:solidFill>
                  <a:latin typeface="HK Grotesk"/>
                  <a:ea typeface="HK Grotesk"/>
                  <a:cs typeface="HK Grotesk"/>
                  <a:sym typeface="HK Grotesk"/>
                </a:rPr>
                <a:t>upda</a:t>
              </a:r>
              <a:r>
                <a:rPr lang="en-US" sz="4047" strike="noStrike" u="none">
                  <a:solidFill>
                    <a:srgbClr val="D9E2F8"/>
                  </a:solidFill>
                  <a:latin typeface="HK Grotesk"/>
                  <a:ea typeface="HK Grotesk"/>
                  <a:cs typeface="HK Grotesk"/>
                  <a:sym typeface="HK Grotesk"/>
                </a:rPr>
                <a:t>tes</a:t>
              </a:r>
              <a:r>
                <a:rPr lang="en-US" sz="4047" strike="noStrike" u="none">
                  <a:solidFill>
                    <a:srgbClr val="D9E2F8"/>
                  </a:solidFill>
                  <a:latin typeface="HK Grotesk"/>
                  <a:ea typeface="HK Grotesk"/>
                  <a:cs typeface="HK Grotesk"/>
                  <a:sym typeface="HK Grotesk"/>
                </a:rPr>
                <a:t> of </a:t>
              </a:r>
              <a:r>
                <a:rPr lang="en-US" sz="4047" strike="noStrike" u="none">
                  <a:solidFill>
                    <a:srgbClr val="D9E2F8"/>
                  </a:solidFill>
                  <a:latin typeface="HK Grotesk"/>
                  <a:ea typeface="HK Grotesk"/>
                  <a:cs typeface="HK Grotesk"/>
                  <a:sym typeface="HK Grotesk"/>
                </a:rPr>
                <a:t>e</a:t>
              </a:r>
              <a:r>
                <a:rPr lang="en-US" sz="4047" strike="noStrike" u="none">
                  <a:solidFill>
                    <a:srgbClr val="D9E2F8"/>
                  </a:solidFill>
                  <a:latin typeface="HK Grotesk"/>
                  <a:ea typeface="HK Grotesk"/>
                  <a:cs typeface="HK Grotesk"/>
                  <a:sym typeface="HK Grotesk"/>
                </a:rPr>
                <a:t>ach</a:t>
              </a:r>
              <a:r>
                <a:rPr lang="en-US" sz="4047" strike="noStrike" u="none">
                  <a:solidFill>
                    <a:srgbClr val="D9E2F8"/>
                  </a:solidFill>
                  <a:latin typeface="HK Grotesk"/>
                  <a:ea typeface="HK Grotesk"/>
                  <a:cs typeface="HK Grotesk"/>
                  <a:sym typeface="HK Grotesk"/>
                </a:rPr>
                <a:t> </a:t>
              </a:r>
              <a:r>
                <a:rPr lang="en-US" sz="4047" strike="noStrike" u="none">
                  <a:solidFill>
                    <a:srgbClr val="D9E2F8"/>
                  </a:solidFill>
                  <a:latin typeface="HK Grotesk"/>
                  <a:ea typeface="HK Grotesk"/>
                  <a:cs typeface="HK Grotesk"/>
                  <a:sym typeface="HK Grotesk"/>
                </a:rPr>
                <a:t>co</a:t>
              </a:r>
              <a:r>
                <a:rPr lang="en-US" sz="4047" strike="noStrike" u="none">
                  <a:solidFill>
                    <a:srgbClr val="D9E2F8"/>
                  </a:solidFill>
                  <a:latin typeface="HK Grotesk"/>
                  <a:ea typeface="HK Grotesk"/>
                  <a:cs typeface="HK Grotesk"/>
                  <a:sym typeface="HK Grotesk"/>
                </a:rPr>
                <a:t>mp</a:t>
              </a:r>
              <a:r>
                <a:rPr lang="en-US" sz="4047" strike="noStrike" u="none">
                  <a:solidFill>
                    <a:srgbClr val="D9E2F8"/>
                  </a:solidFill>
                  <a:latin typeface="HK Grotesk"/>
                  <a:ea typeface="HK Grotesk"/>
                  <a:cs typeface="HK Grotesk"/>
                  <a:sym typeface="HK Grotesk"/>
                </a:rPr>
                <a:t>l</a:t>
              </a:r>
              <a:r>
                <a:rPr lang="en-US" sz="4047" strike="noStrike" u="none">
                  <a:solidFill>
                    <a:srgbClr val="D9E2F8"/>
                  </a:solidFill>
                  <a:latin typeface="HK Grotesk"/>
                  <a:ea typeface="HK Grotesk"/>
                  <a:cs typeface="HK Grotesk"/>
                  <a:sym typeface="HK Grotesk"/>
                </a:rPr>
                <a:t>a</a:t>
              </a:r>
              <a:r>
                <a:rPr lang="en-US" sz="4047" strike="noStrike" u="none">
                  <a:solidFill>
                    <a:srgbClr val="D9E2F8"/>
                  </a:solidFill>
                  <a:latin typeface="HK Grotesk"/>
                  <a:ea typeface="HK Grotesk"/>
                  <a:cs typeface="HK Grotesk"/>
                  <a:sym typeface="HK Grotesk"/>
                </a:rPr>
                <a:t>i</a:t>
              </a:r>
              <a:r>
                <a:rPr lang="en-US" sz="4047" strike="noStrike" u="none">
                  <a:solidFill>
                    <a:srgbClr val="D9E2F8"/>
                  </a:solidFill>
                  <a:latin typeface="HK Grotesk"/>
                  <a:ea typeface="HK Grotesk"/>
                  <a:cs typeface="HK Grotesk"/>
                  <a:sym typeface="HK Grotesk"/>
                </a:rPr>
                <a:t>nt</a:t>
              </a:r>
              <a:r>
                <a:rPr lang="en-US" sz="4047" strike="noStrike" u="none">
                  <a:solidFill>
                    <a:srgbClr val="D9E2F8"/>
                  </a:solidFill>
                  <a:latin typeface="HK Grotesk"/>
                  <a:ea typeface="HK Grotesk"/>
                  <a:cs typeface="HK Grotesk"/>
                  <a:sym typeface="HK Grotesk"/>
                </a:rPr>
                <a:t>,</a:t>
              </a:r>
              <a:r>
                <a:rPr lang="en-US" sz="4047" strike="noStrike" u="none">
                  <a:solidFill>
                    <a:srgbClr val="D9E2F8"/>
                  </a:solidFill>
                  <a:latin typeface="HK Grotesk"/>
                  <a:ea typeface="HK Grotesk"/>
                  <a:cs typeface="HK Grotesk"/>
                  <a:sym typeface="HK Grotesk"/>
                </a:rPr>
                <a:t> </a:t>
              </a:r>
              <a:r>
                <a:rPr lang="en-US" sz="4047" strike="noStrike" u="none">
                  <a:solidFill>
                    <a:srgbClr val="D9E2F8"/>
                  </a:solidFill>
                  <a:latin typeface="HK Grotesk"/>
                  <a:ea typeface="HK Grotesk"/>
                  <a:cs typeface="HK Grotesk"/>
                  <a:sym typeface="HK Grotesk"/>
                </a:rPr>
                <a:t>esp</a:t>
              </a:r>
              <a:r>
                <a:rPr lang="en-US" sz="4047" strike="noStrike" u="none">
                  <a:solidFill>
                    <a:srgbClr val="D9E2F8"/>
                  </a:solidFill>
                  <a:latin typeface="HK Grotesk"/>
                  <a:ea typeface="HK Grotesk"/>
                  <a:cs typeface="HK Grotesk"/>
                  <a:sym typeface="HK Grotesk"/>
                </a:rPr>
                <a:t>ec</a:t>
              </a:r>
              <a:r>
                <a:rPr lang="en-US" sz="4047" strike="noStrike" u="none">
                  <a:solidFill>
                    <a:srgbClr val="D9E2F8"/>
                  </a:solidFill>
                  <a:latin typeface="HK Grotesk"/>
                  <a:ea typeface="HK Grotesk"/>
                  <a:cs typeface="HK Grotesk"/>
                  <a:sym typeface="HK Grotesk"/>
                </a:rPr>
                <a:t>ially</a:t>
              </a:r>
              <a:r>
                <a:rPr lang="en-US" sz="4047" strike="noStrike" u="none">
                  <a:solidFill>
                    <a:srgbClr val="D9E2F8"/>
                  </a:solidFill>
                  <a:latin typeface="HK Grotesk"/>
                  <a:ea typeface="HK Grotesk"/>
                  <a:cs typeface="HK Grotesk"/>
                  <a:sym typeface="HK Grotesk"/>
                </a:rPr>
                <a:t> </a:t>
              </a:r>
              <a:r>
                <a:rPr lang="en-US" sz="4047" strike="noStrike" u="none">
                  <a:solidFill>
                    <a:srgbClr val="D9E2F8"/>
                  </a:solidFill>
                  <a:latin typeface="HK Grotesk"/>
                  <a:ea typeface="HK Grotesk"/>
                  <a:cs typeface="HK Grotesk"/>
                  <a:sym typeface="HK Grotesk"/>
                </a:rPr>
                <a:t>whe</a:t>
              </a:r>
              <a:r>
                <a:rPr lang="en-US" sz="4047" strike="noStrike" u="none">
                  <a:solidFill>
                    <a:srgbClr val="D9E2F8"/>
                  </a:solidFill>
                  <a:latin typeface="HK Grotesk"/>
                  <a:ea typeface="HK Grotesk"/>
                  <a:cs typeface="HK Grotesk"/>
                  <a:sym typeface="HK Grotesk"/>
                </a:rPr>
                <a:t>n </a:t>
              </a:r>
              <a:r>
                <a:rPr lang="en-US" sz="4047" strike="noStrike" u="none">
                  <a:solidFill>
                    <a:srgbClr val="D9E2F8"/>
                  </a:solidFill>
                  <a:latin typeface="HK Grotesk"/>
                  <a:ea typeface="HK Grotesk"/>
                  <a:cs typeface="HK Grotesk"/>
                  <a:sym typeface="HK Grotesk"/>
                </a:rPr>
                <a:t>h</a:t>
              </a:r>
              <a:r>
                <a:rPr lang="en-US" sz="4047" strike="noStrike" u="none">
                  <a:solidFill>
                    <a:srgbClr val="D9E2F8"/>
                  </a:solidFill>
                  <a:latin typeface="HK Grotesk"/>
                  <a:ea typeface="HK Grotesk"/>
                  <a:cs typeface="HK Grotesk"/>
                  <a:sym typeface="HK Grotesk"/>
                </a:rPr>
                <a:t>a</a:t>
              </a:r>
              <a:r>
                <a:rPr lang="en-US" sz="4047" strike="noStrike" u="none">
                  <a:solidFill>
                    <a:srgbClr val="D9E2F8"/>
                  </a:solidFill>
                  <a:latin typeface="HK Grotesk"/>
                  <a:ea typeface="HK Grotesk"/>
                  <a:cs typeface="HK Grotesk"/>
                  <a:sym typeface="HK Grotesk"/>
                </a:rPr>
                <a:t>ndling</a:t>
              </a:r>
              <a:r>
                <a:rPr lang="en-US" sz="4047" strike="noStrike" u="none">
                  <a:solidFill>
                    <a:srgbClr val="D9E2F8"/>
                  </a:solidFill>
                  <a:latin typeface="HK Grotesk"/>
                  <a:ea typeface="HK Grotesk"/>
                  <a:cs typeface="HK Grotesk"/>
                  <a:sym typeface="HK Grotesk"/>
                </a:rPr>
                <a:t> </a:t>
              </a:r>
              <a:r>
                <a:rPr lang="en-US" sz="4047" strike="noStrike" u="none">
                  <a:solidFill>
                    <a:srgbClr val="D9E2F8"/>
                  </a:solidFill>
                  <a:latin typeface="HK Grotesk"/>
                  <a:ea typeface="HK Grotesk"/>
                  <a:cs typeface="HK Grotesk"/>
                  <a:sym typeface="HK Grotesk"/>
                </a:rPr>
                <a:t>mul</a:t>
              </a:r>
              <a:r>
                <a:rPr lang="en-US" sz="4047" strike="noStrike" u="none">
                  <a:solidFill>
                    <a:srgbClr val="D9E2F8"/>
                  </a:solidFill>
                  <a:latin typeface="HK Grotesk"/>
                  <a:ea typeface="HK Grotesk"/>
                  <a:cs typeface="HK Grotesk"/>
                  <a:sym typeface="HK Grotesk"/>
                </a:rPr>
                <a:t>ti</a:t>
              </a:r>
              <a:r>
                <a:rPr lang="en-US" sz="4047" strike="noStrike" u="none">
                  <a:solidFill>
                    <a:srgbClr val="D9E2F8"/>
                  </a:solidFill>
                  <a:latin typeface="HK Grotesk"/>
                  <a:ea typeface="HK Grotesk"/>
                  <a:cs typeface="HK Grotesk"/>
                  <a:sym typeface="HK Grotesk"/>
                </a:rPr>
                <a:t>pl</a:t>
              </a:r>
              <a:r>
                <a:rPr lang="en-US" sz="4047" strike="noStrike" u="none">
                  <a:solidFill>
                    <a:srgbClr val="D9E2F8"/>
                  </a:solidFill>
                  <a:latin typeface="HK Grotesk"/>
                  <a:ea typeface="HK Grotesk"/>
                  <a:cs typeface="HK Grotesk"/>
                  <a:sym typeface="HK Grotesk"/>
                </a:rPr>
                <a:t>e </a:t>
              </a:r>
              <a:r>
                <a:rPr lang="en-US" sz="4047" strike="noStrike" u="none">
                  <a:solidFill>
                    <a:srgbClr val="D9E2F8"/>
                  </a:solidFill>
                  <a:latin typeface="HK Grotesk"/>
                  <a:ea typeface="HK Grotesk"/>
                  <a:cs typeface="HK Grotesk"/>
                  <a:sym typeface="HK Grotesk"/>
                </a:rPr>
                <a:t>c</a:t>
              </a:r>
              <a:r>
                <a:rPr lang="en-US" sz="4047" strike="noStrike" u="none">
                  <a:solidFill>
                    <a:srgbClr val="D9E2F8"/>
                  </a:solidFill>
                  <a:latin typeface="HK Grotesk"/>
                  <a:ea typeface="HK Grotesk"/>
                  <a:cs typeface="HK Grotesk"/>
                  <a:sym typeface="HK Grotesk"/>
                </a:rPr>
                <a:t>a</a:t>
              </a:r>
              <a:r>
                <a:rPr lang="en-US" sz="4047" strike="noStrike" u="none">
                  <a:solidFill>
                    <a:srgbClr val="D9E2F8"/>
                  </a:solidFill>
                  <a:latin typeface="HK Grotesk"/>
                  <a:ea typeface="HK Grotesk"/>
                  <a:cs typeface="HK Grotesk"/>
                  <a:sym typeface="HK Grotesk"/>
                </a:rPr>
                <a:t>s</a:t>
              </a:r>
              <a:r>
                <a:rPr lang="en-US" sz="4047" strike="noStrike" u="none">
                  <a:solidFill>
                    <a:srgbClr val="D9E2F8"/>
                  </a:solidFill>
                  <a:latin typeface="HK Grotesk"/>
                  <a:ea typeface="HK Grotesk"/>
                  <a:cs typeface="HK Grotesk"/>
                  <a:sym typeface="HK Grotesk"/>
                </a:rPr>
                <a:t>e</a:t>
              </a:r>
              <a:r>
                <a:rPr lang="en-US" sz="4047" strike="noStrike" u="none">
                  <a:solidFill>
                    <a:srgbClr val="D9E2F8"/>
                  </a:solidFill>
                  <a:latin typeface="HK Grotesk"/>
                  <a:ea typeface="HK Grotesk"/>
                  <a:cs typeface="HK Grotesk"/>
                  <a:sym typeface="HK Grotesk"/>
                </a:rPr>
                <a:t>s</a:t>
              </a:r>
              <a:r>
                <a:rPr lang="en-US" sz="4047" strike="noStrike" u="none">
                  <a:solidFill>
                    <a:srgbClr val="D9E2F8"/>
                  </a:solidFill>
                  <a:latin typeface="HK Grotesk"/>
                  <a:ea typeface="HK Grotesk"/>
                  <a:cs typeface="HK Grotesk"/>
                  <a:sym typeface="HK Grotesk"/>
                </a:rPr>
                <a:t>.</a:t>
              </a:r>
            </a:p>
            <a:p>
              <a:pPr algn="l" marL="0" indent="0" lvl="0">
                <a:lnSpc>
                  <a:spcPts val="4857"/>
                </a:lnSpc>
              </a:pPr>
            </a:p>
          </p:txBody>
        </p:sp>
      </p:grpSp>
      <p:grpSp>
        <p:nvGrpSpPr>
          <p:cNvPr name="Group 8" id="8"/>
          <p:cNvGrpSpPr/>
          <p:nvPr/>
        </p:nvGrpSpPr>
        <p:grpSpPr>
          <a:xfrm rot="0">
            <a:off x="216593" y="1252940"/>
            <a:ext cx="13143144" cy="3781974"/>
            <a:chOff x="0" y="0"/>
            <a:chExt cx="17524192" cy="5042633"/>
          </a:xfrm>
        </p:grpSpPr>
        <p:sp>
          <p:nvSpPr>
            <p:cNvPr name="TextBox 9" id="9"/>
            <p:cNvSpPr txBox="true"/>
            <p:nvPr/>
          </p:nvSpPr>
          <p:spPr>
            <a:xfrm rot="0">
              <a:off x="0" y="228600"/>
              <a:ext cx="17524192" cy="2240482"/>
            </a:xfrm>
            <a:prstGeom prst="rect">
              <a:avLst/>
            </a:prstGeom>
          </p:spPr>
          <p:txBody>
            <a:bodyPr anchor="t" rtlCol="false" tIns="0" lIns="0" bIns="0" rIns="0">
              <a:spAutoFit/>
            </a:bodyPr>
            <a:lstStyle/>
            <a:p>
              <a:pPr algn="l" marL="0" indent="0" lvl="0">
                <a:lnSpc>
                  <a:spcPts val="12152"/>
                </a:lnSpc>
              </a:pPr>
              <a:r>
                <a:rPr lang="en-US" b="true" sz="12152" spc="-243">
                  <a:solidFill>
                    <a:srgbClr val="C1D4F5"/>
                  </a:solidFill>
                  <a:latin typeface="Noto Serif Display ExtraCondensed Bold"/>
                  <a:ea typeface="Noto Serif Display ExtraCondensed Bold"/>
                  <a:cs typeface="Noto Serif Display ExtraCondensed Bold"/>
                  <a:sym typeface="Noto Serif Display ExtraCondensed Bold"/>
                </a:rPr>
                <a:t>Problem Statement</a:t>
              </a:r>
            </a:p>
          </p:txBody>
        </p:sp>
        <p:sp>
          <p:nvSpPr>
            <p:cNvPr name="TextBox 10" id="10"/>
            <p:cNvSpPr txBox="true"/>
            <p:nvPr/>
          </p:nvSpPr>
          <p:spPr>
            <a:xfrm rot="0">
              <a:off x="0" y="4140933"/>
              <a:ext cx="13191879" cy="901700"/>
            </a:xfrm>
            <a:prstGeom prst="rect">
              <a:avLst/>
            </a:prstGeom>
          </p:spPr>
          <p:txBody>
            <a:bodyPr anchor="t" rtlCol="false" tIns="0" lIns="0" bIns="0" rIns="0">
              <a:spAutoFit/>
            </a:bodyPr>
            <a:lstStyle/>
            <a:p>
              <a:pPr algn="l" marL="0" indent="0" lvl="0">
                <a:lnSpc>
                  <a:spcPts val="5362"/>
                </a:lnSpc>
              </a:pPr>
              <a:r>
                <a:rPr lang="en-US" b="true" sz="4469" strike="noStrike" u="none">
                  <a:solidFill>
                    <a:srgbClr val="D9E2F8"/>
                  </a:solidFill>
                  <a:latin typeface="HK Grotesk Semi-Bold"/>
                  <a:ea typeface="HK Grotesk Semi-Bold"/>
                  <a:cs typeface="HK Grotesk Semi-Bold"/>
                  <a:sym typeface="HK Grotesk Semi-Bold"/>
                </a:rPr>
                <a:t>Challenges in Current Management</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B1F3F"/>
        </a:solidFill>
      </p:bgPr>
    </p:bg>
    <p:spTree>
      <p:nvGrpSpPr>
        <p:cNvPr id="1" name=""/>
        <p:cNvGrpSpPr/>
        <p:nvPr/>
      </p:nvGrpSpPr>
      <p:grpSpPr>
        <a:xfrm>
          <a:off x="0" y="0"/>
          <a:ext cx="0" cy="0"/>
          <a:chOff x="0" y="0"/>
          <a:chExt cx="0" cy="0"/>
        </a:xfrm>
      </p:grpSpPr>
      <p:grpSp>
        <p:nvGrpSpPr>
          <p:cNvPr name="Group 2" id="2"/>
          <p:cNvGrpSpPr/>
          <p:nvPr/>
        </p:nvGrpSpPr>
        <p:grpSpPr>
          <a:xfrm rot="0">
            <a:off x="10100527" y="0"/>
            <a:ext cx="8187473" cy="10287000"/>
            <a:chOff x="0" y="0"/>
            <a:chExt cx="1268454" cy="1593725"/>
          </a:xfrm>
        </p:grpSpPr>
        <p:sp>
          <p:nvSpPr>
            <p:cNvPr name="Freeform 3" id="3"/>
            <p:cNvSpPr/>
            <p:nvPr/>
          </p:nvSpPr>
          <p:spPr>
            <a:xfrm flipH="false" flipV="false" rot="0">
              <a:off x="0" y="0"/>
              <a:ext cx="1268454" cy="1593725"/>
            </a:xfrm>
            <a:custGeom>
              <a:avLst/>
              <a:gdLst/>
              <a:ahLst/>
              <a:cxnLst/>
              <a:rect r="r" b="b" t="t" l="l"/>
              <a:pathLst>
                <a:path h="1593725" w="1268454">
                  <a:moveTo>
                    <a:pt x="0" y="0"/>
                  </a:moveTo>
                  <a:lnTo>
                    <a:pt x="1268454" y="0"/>
                  </a:lnTo>
                  <a:lnTo>
                    <a:pt x="1268454" y="1593725"/>
                  </a:lnTo>
                  <a:lnTo>
                    <a:pt x="0" y="1593725"/>
                  </a:lnTo>
                  <a:close/>
                </a:path>
              </a:pathLst>
            </a:custGeom>
            <a:blipFill>
              <a:blip r:embed="rId2"/>
              <a:stretch>
                <a:fillRect l="-10517" t="0" r="-17364" b="0"/>
              </a:stretch>
            </a:blipFill>
          </p:spPr>
        </p:sp>
      </p:grpSp>
      <p:sp>
        <p:nvSpPr>
          <p:cNvPr name="AutoShape 4" id="4"/>
          <p:cNvSpPr/>
          <p:nvPr/>
        </p:nvSpPr>
        <p:spPr>
          <a:xfrm>
            <a:off x="0" y="666750"/>
            <a:ext cx="9296400" cy="0"/>
          </a:xfrm>
          <a:prstGeom prst="line">
            <a:avLst/>
          </a:prstGeom>
          <a:ln cap="flat" w="19050">
            <a:solidFill>
              <a:srgbClr val="4A6EAF"/>
            </a:solidFill>
            <a:prstDash val="solid"/>
            <a:headEnd type="none" len="sm" w="sm"/>
            <a:tailEnd type="none" len="sm" w="sm"/>
          </a:ln>
        </p:spPr>
      </p:sp>
      <p:sp>
        <p:nvSpPr>
          <p:cNvPr name="AutoShape 5" id="5"/>
          <p:cNvSpPr/>
          <p:nvPr/>
        </p:nvSpPr>
        <p:spPr>
          <a:xfrm>
            <a:off x="0" y="9620250"/>
            <a:ext cx="9296400" cy="0"/>
          </a:xfrm>
          <a:prstGeom prst="line">
            <a:avLst/>
          </a:prstGeom>
          <a:ln cap="flat" w="19050">
            <a:solidFill>
              <a:srgbClr val="4A6EAF"/>
            </a:solidFill>
            <a:prstDash val="solid"/>
            <a:headEnd type="none" len="sm" w="sm"/>
            <a:tailEnd type="none" len="sm" w="sm"/>
          </a:ln>
        </p:spPr>
      </p:sp>
      <p:sp>
        <p:nvSpPr>
          <p:cNvPr name="TextBox 6" id="6"/>
          <p:cNvSpPr txBox="true"/>
          <p:nvPr/>
        </p:nvSpPr>
        <p:spPr>
          <a:xfrm rot="0">
            <a:off x="196210" y="895350"/>
            <a:ext cx="7296266" cy="3042230"/>
          </a:xfrm>
          <a:prstGeom prst="rect">
            <a:avLst/>
          </a:prstGeom>
        </p:spPr>
        <p:txBody>
          <a:bodyPr anchor="t" rtlCol="false" tIns="0" lIns="0" bIns="0" rIns="0">
            <a:spAutoFit/>
          </a:bodyPr>
          <a:lstStyle/>
          <a:p>
            <a:pPr algn="l" marL="0" indent="0" lvl="0">
              <a:lnSpc>
                <a:spcPts val="11772"/>
              </a:lnSpc>
            </a:pPr>
            <a:r>
              <a:rPr lang="en-US" b="true" sz="11772" spc="-235">
                <a:solidFill>
                  <a:srgbClr val="C1D4F5"/>
                </a:solidFill>
                <a:latin typeface="Noto Serif Display ExtraCondensed Bold"/>
                <a:ea typeface="Noto Serif Display ExtraCondensed Bold"/>
                <a:cs typeface="Noto Serif Display ExtraCondensed Bold"/>
                <a:sym typeface="Noto Serif Display ExtraCondensed Bold"/>
              </a:rPr>
              <a:t>Project Motivation</a:t>
            </a:r>
          </a:p>
        </p:txBody>
      </p:sp>
      <p:sp>
        <p:nvSpPr>
          <p:cNvPr name="TextBox 7" id="7"/>
          <p:cNvSpPr txBox="true"/>
          <p:nvPr/>
        </p:nvSpPr>
        <p:spPr>
          <a:xfrm rot="0">
            <a:off x="196210" y="4133790"/>
            <a:ext cx="9408520" cy="4467225"/>
          </a:xfrm>
          <a:prstGeom prst="rect">
            <a:avLst/>
          </a:prstGeom>
        </p:spPr>
        <p:txBody>
          <a:bodyPr anchor="t" rtlCol="false" tIns="0" lIns="0" bIns="0" rIns="0">
            <a:spAutoFit/>
          </a:bodyPr>
          <a:lstStyle/>
          <a:p>
            <a:pPr algn="l" marL="0" indent="0" lvl="0">
              <a:lnSpc>
                <a:spcPts val="5083"/>
              </a:lnSpc>
            </a:pPr>
            <a:r>
              <a:rPr lang="en-US" sz="4236" strike="noStrike" u="none">
                <a:solidFill>
                  <a:srgbClr val="D9E2F8"/>
                </a:solidFill>
                <a:latin typeface="HK Grotesk"/>
                <a:ea typeface="HK Grotesk"/>
                <a:cs typeface="HK Grotesk"/>
                <a:sym typeface="HK Grotesk"/>
              </a:rPr>
              <a:t>To enhance the DILG's operations, my partner and I explored various systems. After thorough discussions and analysis, we identified the need for a streamlined approach to manage complaints effectively, leading us to develop the DILG 8888 Complaint Manager System.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B1F3F"/>
        </a:solidFill>
      </p:bgPr>
    </p:bg>
    <p:spTree>
      <p:nvGrpSpPr>
        <p:cNvPr id="1" name=""/>
        <p:cNvGrpSpPr/>
        <p:nvPr/>
      </p:nvGrpSpPr>
      <p:grpSpPr>
        <a:xfrm>
          <a:off x="0" y="0"/>
          <a:ext cx="0" cy="0"/>
          <a:chOff x="0" y="0"/>
          <a:chExt cx="0" cy="0"/>
        </a:xfrm>
      </p:grpSpPr>
      <p:grpSp>
        <p:nvGrpSpPr>
          <p:cNvPr name="Group 2" id="2"/>
          <p:cNvGrpSpPr/>
          <p:nvPr/>
        </p:nvGrpSpPr>
        <p:grpSpPr>
          <a:xfrm rot="0">
            <a:off x="8082365" y="0"/>
            <a:ext cx="10205635" cy="10287000"/>
            <a:chOff x="0" y="0"/>
            <a:chExt cx="1581120" cy="1593725"/>
          </a:xfrm>
        </p:grpSpPr>
        <p:sp>
          <p:nvSpPr>
            <p:cNvPr name="Freeform 3" id="3"/>
            <p:cNvSpPr/>
            <p:nvPr/>
          </p:nvSpPr>
          <p:spPr>
            <a:xfrm flipH="false" flipV="false" rot="0">
              <a:off x="0" y="0"/>
              <a:ext cx="1581120" cy="1593725"/>
            </a:xfrm>
            <a:custGeom>
              <a:avLst/>
              <a:gdLst/>
              <a:ahLst/>
              <a:cxnLst/>
              <a:rect r="r" b="b" t="t" l="l"/>
              <a:pathLst>
                <a:path h="1593725" w="1581120">
                  <a:moveTo>
                    <a:pt x="0" y="0"/>
                  </a:moveTo>
                  <a:lnTo>
                    <a:pt x="1581120" y="0"/>
                  </a:lnTo>
                  <a:lnTo>
                    <a:pt x="1581120" y="1593725"/>
                  </a:lnTo>
                  <a:lnTo>
                    <a:pt x="0" y="1593725"/>
                  </a:lnTo>
                  <a:close/>
                </a:path>
              </a:pathLst>
            </a:custGeom>
            <a:blipFill>
              <a:blip r:embed="rId2"/>
              <a:stretch>
                <a:fillRect l="-50708" t="0" r="-29286" b="0"/>
              </a:stretch>
            </a:blipFill>
          </p:spPr>
        </p:sp>
      </p:grpSp>
      <p:sp>
        <p:nvSpPr>
          <p:cNvPr name="AutoShape 4" id="4"/>
          <p:cNvSpPr/>
          <p:nvPr/>
        </p:nvSpPr>
        <p:spPr>
          <a:xfrm>
            <a:off x="0" y="666750"/>
            <a:ext cx="9296400" cy="0"/>
          </a:xfrm>
          <a:prstGeom prst="line">
            <a:avLst/>
          </a:prstGeom>
          <a:ln cap="flat" w="19050">
            <a:solidFill>
              <a:srgbClr val="4A6EAF"/>
            </a:solidFill>
            <a:prstDash val="solid"/>
            <a:headEnd type="none" len="sm" w="sm"/>
            <a:tailEnd type="none" len="sm" w="sm"/>
          </a:ln>
        </p:spPr>
      </p:sp>
      <p:sp>
        <p:nvSpPr>
          <p:cNvPr name="AutoShape 5" id="5"/>
          <p:cNvSpPr/>
          <p:nvPr/>
        </p:nvSpPr>
        <p:spPr>
          <a:xfrm>
            <a:off x="0" y="9620250"/>
            <a:ext cx="9296400" cy="0"/>
          </a:xfrm>
          <a:prstGeom prst="line">
            <a:avLst/>
          </a:prstGeom>
          <a:ln cap="flat" w="19050">
            <a:solidFill>
              <a:srgbClr val="4A6EAF"/>
            </a:solidFill>
            <a:prstDash val="solid"/>
            <a:headEnd type="none" len="sm" w="sm"/>
            <a:tailEnd type="none" len="sm" w="sm"/>
          </a:ln>
        </p:spPr>
      </p:sp>
      <p:sp>
        <p:nvSpPr>
          <p:cNvPr name="TextBox 6" id="6"/>
          <p:cNvSpPr txBox="true"/>
          <p:nvPr/>
        </p:nvSpPr>
        <p:spPr>
          <a:xfrm rot="0">
            <a:off x="246300" y="1044480"/>
            <a:ext cx="6410065" cy="2829552"/>
          </a:xfrm>
          <a:prstGeom prst="rect">
            <a:avLst/>
          </a:prstGeom>
        </p:spPr>
        <p:txBody>
          <a:bodyPr anchor="t" rtlCol="false" tIns="0" lIns="0" bIns="0" rIns="0">
            <a:spAutoFit/>
          </a:bodyPr>
          <a:lstStyle/>
          <a:p>
            <a:pPr algn="l" marL="0" indent="0" lvl="0">
              <a:lnSpc>
                <a:spcPts val="10899"/>
              </a:lnSpc>
            </a:pPr>
            <a:r>
              <a:rPr lang="en-US" b="true" sz="10899" spc="-217">
                <a:solidFill>
                  <a:srgbClr val="C1D4F5"/>
                </a:solidFill>
                <a:latin typeface="Noto Serif Display ExtraCondensed Bold"/>
                <a:ea typeface="Noto Serif Display ExtraCondensed Bold"/>
                <a:cs typeface="Noto Serif Display ExtraCondensed Bold"/>
                <a:sym typeface="Noto Serif Display ExtraCondensed Bold"/>
              </a:rPr>
              <a:t>Proposed Solution</a:t>
            </a:r>
          </a:p>
        </p:txBody>
      </p:sp>
      <p:sp>
        <p:nvSpPr>
          <p:cNvPr name="TextBox 7" id="7"/>
          <p:cNvSpPr txBox="true"/>
          <p:nvPr/>
        </p:nvSpPr>
        <p:spPr>
          <a:xfrm rot="0">
            <a:off x="246300" y="4426521"/>
            <a:ext cx="7727028" cy="4106672"/>
          </a:xfrm>
          <a:prstGeom prst="rect">
            <a:avLst/>
          </a:prstGeom>
        </p:spPr>
        <p:txBody>
          <a:bodyPr anchor="t" rtlCol="false" tIns="0" lIns="0" bIns="0" rIns="0">
            <a:spAutoFit/>
          </a:bodyPr>
          <a:lstStyle/>
          <a:p>
            <a:pPr algn="l" marL="0" indent="0" lvl="0">
              <a:lnSpc>
                <a:spcPts val="4084"/>
              </a:lnSpc>
            </a:pPr>
            <a:r>
              <a:rPr lang="en-US" sz="3403" strike="noStrike" u="none">
                <a:solidFill>
                  <a:srgbClr val="D9E2F8"/>
                </a:solidFill>
                <a:latin typeface="HK Grotesk"/>
                <a:ea typeface="HK Grotesk"/>
                <a:cs typeface="HK Grotesk"/>
                <a:sym typeface="HK Grotesk"/>
              </a:rPr>
              <a:t>We developed a </a:t>
            </a:r>
            <a:r>
              <a:rPr lang="en-US" b="true" sz="3403" strike="noStrike" u="none">
                <a:solidFill>
                  <a:srgbClr val="D9E2F8"/>
                </a:solidFill>
                <a:latin typeface="HK Grotesk Bold"/>
                <a:ea typeface="HK Grotesk Bold"/>
                <a:cs typeface="HK Grotesk Bold"/>
                <a:sym typeface="HK Grotesk Bold"/>
              </a:rPr>
              <a:t>user-friendly, web-based</a:t>
            </a:r>
            <a:r>
              <a:rPr lang="en-US" sz="3403" strike="noStrike" u="none">
                <a:solidFill>
                  <a:srgbClr val="D9E2F8"/>
                </a:solidFill>
                <a:latin typeface="HK Grotesk"/>
                <a:ea typeface="HK Grotesk"/>
                <a:cs typeface="HK Grotesk"/>
                <a:sym typeface="HK Grotesk"/>
              </a:rPr>
              <a:t> complaint management system tailored for the DILG 8888 complaint process. This platform streamlines complaint organization, tracking, and resolution, enhancing communication between DILG personnel and LGUs for improved public service.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B1F3F"/>
        </a:solidFill>
      </p:bgPr>
    </p:bg>
    <p:spTree>
      <p:nvGrpSpPr>
        <p:cNvPr id="1" name=""/>
        <p:cNvGrpSpPr/>
        <p:nvPr/>
      </p:nvGrpSpPr>
      <p:grpSpPr>
        <a:xfrm>
          <a:off x="0" y="0"/>
          <a:ext cx="0" cy="0"/>
          <a:chOff x="0" y="0"/>
          <a:chExt cx="0" cy="0"/>
        </a:xfrm>
      </p:grpSpPr>
      <p:grpSp>
        <p:nvGrpSpPr>
          <p:cNvPr name="Group 2" id="2"/>
          <p:cNvGrpSpPr/>
          <p:nvPr/>
        </p:nvGrpSpPr>
        <p:grpSpPr>
          <a:xfrm rot="0">
            <a:off x="304800" y="3744290"/>
            <a:ext cx="8289170" cy="5875960"/>
            <a:chOff x="0" y="0"/>
            <a:chExt cx="11052227" cy="7834613"/>
          </a:xfrm>
        </p:grpSpPr>
        <p:sp>
          <p:nvSpPr>
            <p:cNvPr name="TextBox 3" id="3"/>
            <p:cNvSpPr txBox="true"/>
            <p:nvPr/>
          </p:nvSpPr>
          <p:spPr>
            <a:xfrm rot="0">
              <a:off x="0" y="0"/>
              <a:ext cx="11052227" cy="957564"/>
            </a:xfrm>
            <a:prstGeom prst="rect">
              <a:avLst/>
            </a:prstGeom>
          </p:spPr>
          <p:txBody>
            <a:bodyPr anchor="t" rtlCol="false" tIns="0" lIns="0" bIns="0" rIns="0">
              <a:spAutoFit/>
            </a:bodyPr>
            <a:lstStyle/>
            <a:p>
              <a:pPr algn="l" marL="0" indent="0" lvl="0">
                <a:lnSpc>
                  <a:spcPts val="5757"/>
                </a:lnSpc>
              </a:pPr>
              <a:r>
                <a:rPr lang="en-US" b="true" sz="4798" strike="noStrike" u="none">
                  <a:solidFill>
                    <a:srgbClr val="D9E2F8"/>
                  </a:solidFill>
                  <a:latin typeface="HK Grotesk Semi-Bold"/>
                  <a:ea typeface="HK Grotesk Semi-Bold"/>
                  <a:cs typeface="HK Grotesk Semi-Bold"/>
                  <a:sym typeface="HK Grotesk Semi-Bold"/>
                </a:rPr>
                <a:t>Easier Monitoring</a:t>
              </a:r>
            </a:p>
          </p:txBody>
        </p:sp>
        <p:sp>
          <p:nvSpPr>
            <p:cNvPr name="TextBox 4" id="4"/>
            <p:cNvSpPr txBox="true"/>
            <p:nvPr/>
          </p:nvSpPr>
          <p:spPr>
            <a:xfrm rot="0">
              <a:off x="0" y="2045705"/>
              <a:ext cx="11052227" cy="5788908"/>
            </a:xfrm>
            <a:prstGeom prst="rect">
              <a:avLst/>
            </a:prstGeom>
          </p:spPr>
          <p:txBody>
            <a:bodyPr anchor="t" rtlCol="false" tIns="0" lIns="0" bIns="0" rIns="0">
              <a:spAutoFit/>
            </a:bodyPr>
            <a:lstStyle/>
            <a:p>
              <a:pPr algn="l" marL="0" indent="0" lvl="0">
                <a:lnSpc>
                  <a:spcPts val="4935"/>
                </a:lnSpc>
              </a:pPr>
              <a:r>
                <a:rPr lang="en-US" sz="4112" strike="noStrike" u="none">
                  <a:solidFill>
                    <a:srgbClr val="D9E2F8"/>
                  </a:solidFill>
                  <a:latin typeface="HK Grotesk"/>
                  <a:ea typeface="HK Grotesk"/>
                  <a:cs typeface="HK Grotesk"/>
                  <a:sym typeface="HK Grotesk"/>
                </a:rPr>
                <a:t>The 8888 </a:t>
              </a:r>
              <a:r>
                <a:rPr lang="en-US" sz="4112" strike="noStrike" u="none">
                  <a:solidFill>
                    <a:srgbClr val="D9E2F8"/>
                  </a:solidFill>
                  <a:latin typeface="HK Grotesk"/>
                  <a:ea typeface="HK Grotesk"/>
                  <a:cs typeface="HK Grotesk"/>
                  <a:sym typeface="HK Grotesk"/>
                </a:rPr>
                <a:t>C</a:t>
              </a:r>
              <a:r>
                <a:rPr lang="en-US" sz="4112" strike="noStrike" u="none">
                  <a:solidFill>
                    <a:srgbClr val="D9E2F8"/>
                  </a:solidFill>
                  <a:latin typeface="HK Grotesk"/>
                  <a:ea typeface="HK Grotesk"/>
                  <a:cs typeface="HK Grotesk"/>
                  <a:sym typeface="HK Grotesk"/>
                </a:rPr>
                <a:t>itizen C</a:t>
              </a:r>
              <a:r>
                <a:rPr lang="en-US" sz="4112" strike="noStrike" u="none">
                  <a:solidFill>
                    <a:srgbClr val="D9E2F8"/>
                  </a:solidFill>
                  <a:latin typeface="HK Grotesk"/>
                  <a:ea typeface="HK Grotesk"/>
                  <a:cs typeface="HK Grotesk"/>
                  <a:sym typeface="HK Grotesk"/>
                </a:rPr>
                <a:t>omplaint</a:t>
              </a:r>
              <a:r>
                <a:rPr lang="en-US" sz="4112" strike="noStrike" u="none">
                  <a:solidFill>
                    <a:srgbClr val="D9E2F8"/>
                  </a:solidFill>
                  <a:latin typeface="HK Grotesk"/>
                  <a:ea typeface="HK Grotesk"/>
                  <a:cs typeface="HK Grotesk"/>
                  <a:sym typeface="HK Grotesk"/>
                </a:rPr>
                <a:t>s</a:t>
              </a:r>
              <a:r>
                <a:rPr lang="en-US" sz="4112" strike="noStrike" u="none">
                  <a:solidFill>
                    <a:srgbClr val="D9E2F8"/>
                  </a:solidFill>
                  <a:latin typeface="HK Grotesk"/>
                  <a:ea typeface="HK Grotesk"/>
                  <a:cs typeface="HK Grotesk"/>
                  <a:sym typeface="HK Grotesk"/>
                </a:rPr>
                <a:t> M</a:t>
              </a:r>
              <a:r>
                <a:rPr lang="en-US" sz="4112" strike="noStrike" u="none">
                  <a:solidFill>
                    <a:srgbClr val="D9E2F8"/>
                  </a:solidFill>
                  <a:latin typeface="HK Grotesk"/>
                  <a:ea typeface="HK Grotesk"/>
                  <a:cs typeface="HK Grotesk"/>
                  <a:sym typeface="HK Grotesk"/>
                </a:rPr>
                <a:t>onitori</a:t>
              </a:r>
              <a:r>
                <a:rPr lang="en-US" sz="4112" strike="noStrike" u="none">
                  <a:solidFill>
                    <a:srgbClr val="D9E2F8"/>
                  </a:solidFill>
                  <a:latin typeface="HK Grotesk"/>
                  <a:ea typeface="HK Grotesk"/>
                  <a:cs typeface="HK Grotesk"/>
                  <a:sym typeface="HK Grotesk"/>
                </a:rPr>
                <a:t>ng System enables </a:t>
              </a:r>
              <a:r>
                <a:rPr lang="en-US" b="true" sz="4112" strike="noStrike" u="none">
                  <a:solidFill>
                    <a:srgbClr val="D9E2F8"/>
                  </a:solidFill>
                  <a:latin typeface="HK Grotesk Bold"/>
                  <a:ea typeface="HK Grotesk Bold"/>
                  <a:cs typeface="HK Grotesk Bold"/>
                  <a:sym typeface="HK Grotesk Bold"/>
                </a:rPr>
                <a:t>real-time tracking</a:t>
              </a:r>
              <a:r>
                <a:rPr lang="en-US" sz="4112" strike="noStrike" u="none">
                  <a:solidFill>
                    <a:srgbClr val="D9E2F8"/>
                  </a:solidFill>
                  <a:latin typeface="HK Grotesk"/>
                  <a:ea typeface="HK Grotesk"/>
                  <a:cs typeface="HK Grotesk"/>
                  <a:sym typeface="HK Grotesk"/>
                </a:rPr>
                <a:t> of complaints, allowing personnel to oversee the progress efficiently and address issues promptly to enhance service delivery.</a:t>
              </a:r>
            </a:p>
          </p:txBody>
        </p:sp>
      </p:grpSp>
      <p:grpSp>
        <p:nvGrpSpPr>
          <p:cNvPr name="Group 5" id="5"/>
          <p:cNvGrpSpPr/>
          <p:nvPr/>
        </p:nvGrpSpPr>
        <p:grpSpPr>
          <a:xfrm rot="0">
            <a:off x="8959530" y="4364530"/>
            <a:ext cx="9328470" cy="5255720"/>
            <a:chOff x="0" y="0"/>
            <a:chExt cx="12437960" cy="7007626"/>
          </a:xfrm>
        </p:grpSpPr>
        <p:sp>
          <p:nvSpPr>
            <p:cNvPr name="TextBox 6" id="6"/>
            <p:cNvSpPr txBox="true"/>
            <p:nvPr/>
          </p:nvSpPr>
          <p:spPr>
            <a:xfrm rot="0">
              <a:off x="0" y="0"/>
              <a:ext cx="12437960" cy="957564"/>
            </a:xfrm>
            <a:prstGeom prst="rect">
              <a:avLst/>
            </a:prstGeom>
          </p:spPr>
          <p:txBody>
            <a:bodyPr anchor="t" rtlCol="false" tIns="0" lIns="0" bIns="0" rIns="0">
              <a:spAutoFit/>
            </a:bodyPr>
            <a:lstStyle/>
            <a:p>
              <a:pPr algn="l" marL="0" indent="0" lvl="0">
                <a:lnSpc>
                  <a:spcPts val="5757"/>
                </a:lnSpc>
              </a:pPr>
              <a:r>
                <a:rPr lang="en-US" b="true" sz="4798" strike="noStrike" u="none">
                  <a:solidFill>
                    <a:srgbClr val="D9E2F8"/>
                  </a:solidFill>
                  <a:latin typeface="HK Grotesk Semi-Bold"/>
                  <a:ea typeface="HK Grotesk Semi-Bold"/>
                  <a:cs typeface="HK Grotesk Semi-Bold"/>
                  <a:sym typeface="HK Grotesk Semi-Bold"/>
                </a:rPr>
                <a:t>Organized Records</a:t>
              </a:r>
            </a:p>
          </p:txBody>
        </p:sp>
        <p:sp>
          <p:nvSpPr>
            <p:cNvPr name="TextBox 7" id="7"/>
            <p:cNvSpPr txBox="true"/>
            <p:nvPr/>
          </p:nvSpPr>
          <p:spPr>
            <a:xfrm rot="0">
              <a:off x="0" y="2045705"/>
              <a:ext cx="12437960" cy="4961922"/>
            </a:xfrm>
            <a:prstGeom prst="rect">
              <a:avLst/>
            </a:prstGeom>
          </p:spPr>
          <p:txBody>
            <a:bodyPr anchor="t" rtlCol="false" tIns="0" lIns="0" bIns="0" rIns="0">
              <a:spAutoFit/>
            </a:bodyPr>
            <a:lstStyle/>
            <a:p>
              <a:pPr algn="l" marL="0" indent="0" lvl="0">
                <a:lnSpc>
                  <a:spcPts val="4935"/>
                </a:lnSpc>
              </a:pPr>
              <a:r>
                <a:rPr lang="en-US" sz="4112" strike="noStrike" u="none">
                  <a:solidFill>
                    <a:srgbClr val="D9E2F8"/>
                  </a:solidFill>
                  <a:latin typeface="HK Grotesk"/>
                  <a:ea typeface="HK Grotesk"/>
                  <a:cs typeface="HK Grotesk"/>
                  <a:sym typeface="HK Grotesk"/>
                </a:rPr>
                <a:t>This system provides a </a:t>
              </a:r>
              <a:r>
                <a:rPr lang="en-US" b="true" sz="4112" strike="noStrike" u="none">
                  <a:solidFill>
                    <a:srgbClr val="D9E2F8"/>
                  </a:solidFill>
                  <a:latin typeface="HK Grotesk Bold"/>
                  <a:ea typeface="HK Grotesk Bold"/>
                  <a:cs typeface="HK Grotesk Bold"/>
                  <a:sym typeface="HK Grotesk Bold"/>
                </a:rPr>
                <a:t>centralized database</a:t>
              </a:r>
              <a:r>
                <a:rPr lang="en-US" sz="4112" strike="noStrike" u="none">
                  <a:solidFill>
                    <a:srgbClr val="D9E2F8"/>
                  </a:solidFill>
                  <a:latin typeface="HK Grotesk"/>
                  <a:ea typeface="HK Grotesk"/>
                  <a:cs typeface="HK Grotesk"/>
                  <a:sym typeface="HK Grotesk"/>
                </a:rPr>
                <a:t> for all complaints, ensuring that records are systematically organized, making it quicker and easier for staff to locate and manage documentation.</a:t>
              </a:r>
            </a:p>
          </p:txBody>
        </p:sp>
      </p:grpSp>
      <p:sp>
        <p:nvSpPr>
          <p:cNvPr name="AutoShape 8" id="8"/>
          <p:cNvSpPr/>
          <p:nvPr/>
        </p:nvSpPr>
        <p:spPr>
          <a:xfrm>
            <a:off x="0" y="9525"/>
            <a:ext cx="18288000" cy="0"/>
          </a:xfrm>
          <a:prstGeom prst="line">
            <a:avLst/>
          </a:prstGeom>
          <a:ln cap="flat" w="19050">
            <a:solidFill>
              <a:srgbClr val="D9E2F8"/>
            </a:solidFill>
            <a:prstDash val="solid"/>
            <a:headEnd type="none" len="sm" w="sm"/>
            <a:tailEnd type="none" len="sm" w="sm"/>
          </a:ln>
        </p:spPr>
      </p:sp>
      <p:sp>
        <p:nvSpPr>
          <p:cNvPr name="AutoShape 9" id="9"/>
          <p:cNvSpPr/>
          <p:nvPr/>
        </p:nvSpPr>
        <p:spPr>
          <a:xfrm>
            <a:off x="0" y="9620250"/>
            <a:ext cx="18288000" cy="0"/>
          </a:xfrm>
          <a:prstGeom prst="line">
            <a:avLst/>
          </a:prstGeom>
          <a:ln cap="flat" w="19050">
            <a:solidFill>
              <a:srgbClr val="D9E2F8"/>
            </a:solidFill>
            <a:prstDash val="solid"/>
            <a:headEnd type="none" len="sm" w="sm"/>
            <a:tailEnd type="none" len="sm" w="sm"/>
          </a:ln>
        </p:spPr>
      </p:sp>
      <p:sp>
        <p:nvSpPr>
          <p:cNvPr name="Freeform 10" id="10"/>
          <p:cNvSpPr/>
          <p:nvPr/>
        </p:nvSpPr>
        <p:spPr>
          <a:xfrm flipH="false" flipV="false" rot="0">
            <a:off x="9791301" y="265977"/>
            <a:ext cx="7664928" cy="3851626"/>
          </a:xfrm>
          <a:custGeom>
            <a:avLst/>
            <a:gdLst/>
            <a:ahLst/>
            <a:cxnLst/>
            <a:rect r="r" b="b" t="t" l="l"/>
            <a:pathLst>
              <a:path h="3851626" w="7664928">
                <a:moveTo>
                  <a:pt x="0" y="0"/>
                </a:moveTo>
                <a:lnTo>
                  <a:pt x="7664928" y="0"/>
                </a:lnTo>
                <a:lnTo>
                  <a:pt x="7664928" y="3851626"/>
                </a:lnTo>
                <a:lnTo>
                  <a:pt x="0" y="3851626"/>
                </a:lnTo>
                <a:lnTo>
                  <a:pt x="0" y="0"/>
                </a:lnTo>
                <a:close/>
              </a:path>
            </a:pathLst>
          </a:custGeom>
          <a:blipFill>
            <a:blip r:embed="rId2"/>
            <a:stretch>
              <a:fillRect l="0" t="0" r="0" b="0"/>
            </a:stretch>
          </a:blipFill>
        </p:spPr>
      </p:sp>
      <p:sp>
        <p:nvSpPr>
          <p:cNvPr name="Freeform 11" id="11"/>
          <p:cNvSpPr/>
          <p:nvPr/>
        </p:nvSpPr>
        <p:spPr>
          <a:xfrm flipH="false" flipV="false" rot="0">
            <a:off x="15678033" y="0"/>
            <a:ext cx="2609967" cy="1825414"/>
          </a:xfrm>
          <a:custGeom>
            <a:avLst/>
            <a:gdLst/>
            <a:ahLst/>
            <a:cxnLst/>
            <a:rect r="r" b="b" t="t" l="l"/>
            <a:pathLst>
              <a:path h="1825414" w="2609967">
                <a:moveTo>
                  <a:pt x="0" y="0"/>
                </a:moveTo>
                <a:lnTo>
                  <a:pt x="2609967" y="0"/>
                </a:lnTo>
                <a:lnTo>
                  <a:pt x="2609967" y="1825414"/>
                </a:lnTo>
                <a:lnTo>
                  <a:pt x="0" y="1825414"/>
                </a:lnTo>
                <a:lnTo>
                  <a:pt x="0" y="0"/>
                </a:lnTo>
                <a:close/>
              </a:path>
            </a:pathLst>
          </a:custGeom>
          <a:blipFill>
            <a:blip r:embed="rId3"/>
            <a:stretch>
              <a:fillRect l="0" t="-2642" r="0" b="-2642"/>
            </a:stretch>
          </a:blipFill>
        </p:spPr>
      </p:sp>
      <p:grpSp>
        <p:nvGrpSpPr>
          <p:cNvPr name="Group 12" id="12"/>
          <p:cNvGrpSpPr/>
          <p:nvPr/>
        </p:nvGrpSpPr>
        <p:grpSpPr>
          <a:xfrm rot="0">
            <a:off x="304800" y="395362"/>
            <a:ext cx="16954500" cy="2439480"/>
            <a:chOff x="0" y="0"/>
            <a:chExt cx="22606000" cy="3252641"/>
          </a:xfrm>
        </p:grpSpPr>
        <p:sp>
          <p:nvSpPr>
            <p:cNvPr name="TextBox 13" id="13"/>
            <p:cNvSpPr txBox="true"/>
            <p:nvPr/>
          </p:nvSpPr>
          <p:spPr>
            <a:xfrm rot="0">
              <a:off x="0" y="219075"/>
              <a:ext cx="22606000" cy="2023732"/>
            </a:xfrm>
            <a:prstGeom prst="rect">
              <a:avLst/>
            </a:prstGeom>
          </p:spPr>
          <p:txBody>
            <a:bodyPr anchor="t" rtlCol="false" tIns="0" lIns="0" bIns="0" rIns="0">
              <a:spAutoFit/>
            </a:bodyPr>
            <a:lstStyle/>
            <a:p>
              <a:pPr algn="l" marL="0" indent="0" lvl="0">
                <a:lnSpc>
                  <a:spcPts val="11099"/>
                </a:lnSpc>
              </a:pPr>
              <a:r>
                <a:rPr lang="en-US" b="true" sz="11099" spc="-221">
                  <a:solidFill>
                    <a:srgbClr val="C1D4F5"/>
                  </a:solidFill>
                  <a:latin typeface="Noto Serif Display ExtraCondensed Bold"/>
                  <a:ea typeface="Noto Serif Display ExtraCondensed Bold"/>
                  <a:cs typeface="Noto Serif Display ExtraCondensed Bold"/>
                  <a:sym typeface="Noto Serif Display ExtraCondensed Bold"/>
                </a:rPr>
                <a:t>System Benefits</a:t>
              </a:r>
            </a:p>
          </p:txBody>
        </p:sp>
        <p:sp>
          <p:nvSpPr>
            <p:cNvPr name="TextBox 14" id="14"/>
            <p:cNvSpPr txBox="true"/>
            <p:nvPr/>
          </p:nvSpPr>
          <p:spPr>
            <a:xfrm rot="0">
              <a:off x="0" y="2595416"/>
              <a:ext cx="22606000" cy="657225"/>
            </a:xfrm>
            <a:prstGeom prst="rect">
              <a:avLst/>
            </a:prstGeom>
          </p:spPr>
          <p:txBody>
            <a:bodyPr anchor="t" rtlCol="false" tIns="0" lIns="0" bIns="0" rIns="0">
              <a:spAutoFit/>
            </a:bodyPr>
            <a:lstStyle/>
            <a:p>
              <a:pPr algn="l" marL="0" indent="0" lvl="0">
                <a:lnSpc>
                  <a:spcPts val="3839"/>
                </a:lnSpc>
              </a:pPr>
              <a:r>
                <a:rPr lang="en-US" b="true" sz="3199" strike="noStrike" u="none">
                  <a:solidFill>
                    <a:srgbClr val="D9E2F8"/>
                  </a:solidFill>
                  <a:latin typeface="HK Grotesk Semi-Bold"/>
                  <a:ea typeface="HK Grotesk Semi-Bold"/>
                  <a:cs typeface="HK Grotesk Semi-Bold"/>
                  <a:sym typeface="HK Grotesk Semi-Bold"/>
                </a:rPr>
                <a:t>Enhancing efficiency and organization</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B1F3F"/>
        </a:solidFill>
      </p:bgPr>
    </p:bg>
    <p:spTree>
      <p:nvGrpSpPr>
        <p:cNvPr id="1" name=""/>
        <p:cNvGrpSpPr/>
        <p:nvPr/>
      </p:nvGrpSpPr>
      <p:grpSpPr>
        <a:xfrm>
          <a:off x="0" y="0"/>
          <a:ext cx="0" cy="0"/>
          <a:chOff x="0" y="0"/>
          <a:chExt cx="0" cy="0"/>
        </a:xfrm>
      </p:grpSpPr>
      <p:grpSp>
        <p:nvGrpSpPr>
          <p:cNvPr name="Group 2" id="2"/>
          <p:cNvGrpSpPr/>
          <p:nvPr/>
        </p:nvGrpSpPr>
        <p:grpSpPr>
          <a:xfrm rot="0">
            <a:off x="7213564" y="0"/>
            <a:ext cx="11074436" cy="10287000"/>
            <a:chOff x="0" y="0"/>
            <a:chExt cx="1715720" cy="1593725"/>
          </a:xfrm>
        </p:grpSpPr>
        <p:sp>
          <p:nvSpPr>
            <p:cNvPr name="Freeform 3" id="3"/>
            <p:cNvSpPr/>
            <p:nvPr/>
          </p:nvSpPr>
          <p:spPr>
            <a:xfrm flipH="false" flipV="false" rot="0">
              <a:off x="0" y="0"/>
              <a:ext cx="1715720" cy="1593725"/>
            </a:xfrm>
            <a:custGeom>
              <a:avLst/>
              <a:gdLst/>
              <a:ahLst/>
              <a:cxnLst/>
              <a:rect r="r" b="b" t="t" l="l"/>
              <a:pathLst>
                <a:path h="1593725" w="1715720">
                  <a:moveTo>
                    <a:pt x="0" y="0"/>
                  </a:moveTo>
                  <a:lnTo>
                    <a:pt x="1715720" y="0"/>
                  </a:lnTo>
                  <a:lnTo>
                    <a:pt x="1715720" y="1593725"/>
                  </a:lnTo>
                  <a:lnTo>
                    <a:pt x="0" y="1593725"/>
                  </a:lnTo>
                  <a:close/>
                </a:path>
              </a:pathLst>
            </a:custGeom>
            <a:blipFill>
              <a:blip r:embed="rId2"/>
              <a:stretch>
                <a:fillRect l="-28030" t="0" r="-37106" b="0"/>
              </a:stretch>
            </a:blipFill>
          </p:spPr>
        </p:sp>
      </p:grpSp>
      <p:sp>
        <p:nvSpPr>
          <p:cNvPr name="AutoShape 4" id="4"/>
          <p:cNvSpPr/>
          <p:nvPr/>
        </p:nvSpPr>
        <p:spPr>
          <a:xfrm>
            <a:off x="0" y="666750"/>
            <a:ext cx="7213564" cy="0"/>
          </a:xfrm>
          <a:prstGeom prst="line">
            <a:avLst/>
          </a:prstGeom>
          <a:ln cap="flat" w="19050">
            <a:solidFill>
              <a:srgbClr val="4A6EAF"/>
            </a:solidFill>
            <a:prstDash val="solid"/>
            <a:headEnd type="none" len="sm" w="sm"/>
            <a:tailEnd type="none" len="sm" w="sm"/>
          </a:ln>
        </p:spPr>
      </p:sp>
      <p:sp>
        <p:nvSpPr>
          <p:cNvPr name="AutoShape 5" id="5"/>
          <p:cNvSpPr/>
          <p:nvPr/>
        </p:nvSpPr>
        <p:spPr>
          <a:xfrm>
            <a:off x="0" y="9620250"/>
            <a:ext cx="7213564" cy="0"/>
          </a:xfrm>
          <a:prstGeom prst="line">
            <a:avLst/>
          </a:prstGeom>
          <a:ln cap="flat" w="19050">
            <a:solidFill>
              <a:srgbClr val="4A6EAF"/>
            </a:solidFill>
            <a:prstDash val="solid"/>
            <a:headEnd type="none" len="sm" w="sm"/>
            <a:tailEnd type="none" len="sm" w="sm"/>
          </a:ln>
        </p:spPr>
      </p:sp>
      <p:sp>
        <p:nvSpPr>
          <p:cNvPr name="TextBox 6" id="6"/>
          <p:cNvSpPr txBox="true"/>
          <p:nvPr/>
        </p:nvSpPr>
        <p:spPr>
          <a:xfrm rot="0">
            <a:off x="212502" y="866775"/>
            <a:ext cx="6580611" cy="2742380"/>
          </a:xfrm>
          <a:prstGeom prst="rect">
            <a:avLst/>
          </a:prstGeom>
        </p:spPr>
        <p:txBody>
          <a:bodyPr anchor="t" rtlCol="false" tIns="0" lIns="0" bIns="0" rIns="0">
            <a:spAutoFit/>
          </a:bodyPr>
          <a:lstStyle/>
          <a:p>
            <a:pPr algn="l" marL="0" indent="0" lvl="0">
              <a:lnSpc>
                <a:spcPts val="10531"/>
              </a:lnSpc>
            </a:pPr>
            <a:r>
              <a:rPr lang="en-US" b="true" sz="10531" spc="-210">
                <a:solidFill>
                  <a:srgbClr val="C1D4F5"/>
                </a:solidFill>
                <a:latin typeface="Noto Serif Display ExtraCondensed Bold"/>
                <a:ea typeface="Noto Serif Display ExtraCondensed Bold"/>
                <a:cs typeface="Noto Serif Display ExtraCondensed Bold"/>
                <a:sym typeface="Noto Serif Display ExtraCondensed Bold"/>
              </a:rPr>
              <a:t>System Overview</a:t>
            </a:r>
          </a:p>
        </p:txBody>
      </p:sp>
      <p:sp>
        <p:nvSpPr>
          <p:cNvPr name="TextBox 7" id="7"/>
          <p:cNvSpPr txBox="true"/>
          <p:nvPr/>
        </p:nvSpPr>
        <p:spPr>
          <a:xfrm rot="0">
            <a:off x="212502" y="4030594"/>
            <a:ext cx="6804852" cy="4571334"/>
          </a:xfrm>
          <a:prstGeom prst="rect">
            <a:avLst/>
          </a:prstGeom>
        </p:spPr>
        <p:txBody>
          <a:bodyPr anchor="t" rtlCol="false" tIns="0" lIns="0" bIns="0" rIns="0">
            <a:spAutoFit/>
          </a:bodyPr>
          <a:lstStyle/>
          <a:p>
            <a:pPr algn="l" marL="0" indent="0" lvl="0">
              <a:lnSpc>
                <a:spcPts val="4041"/>
              </a:lnSpc>
            </a:pPr>
            <a:r>
              <a:rPr lang="en-US" sz="3367" strike="noStrike" u="none">
                <a:solidFill>
                  <a:srgbClr val="D9E2F8"/>
                </a:solidFill>
                <a:latin typeface="HK Grotesk"/>
                <a:ea typeface="HK Grotesk"/>
                <a:cs typeface="HK Grotesk"/>
                <a:sym typeface="HK Grotesk"/>
              </a:rPr>
              <a:t>The Citizen</a:t>
            </a:r>
            <a:r>
              <a:rPr lang="en-US" sz="3367" strike="noStrike" u="none">
                <a:solidFill>
                  <a:srgbClr val="D9E2F8"/>
                </a:solidFill>
                <a:latin typeface="HK Grotesk"/>
                <a:ea typeface="HK Grotesk"/>
                <a:cs typeface="HK Grotesk"/>
                <a:sym typeface="HK Grotesk"/>
              </a:rPr>
              <a:t> Complaint</a:t>
            </a:r>
            <a:r>
              <a:rPr lang="en-US" sz="3367" strike="noStrike" u="none">
                <a:solidFill>
                  <a:srgbClr val="D9E2F8"/>
                </a:solidFill>
                <a:latin typeface="HK Grotesk"/>
                <a:ea typeface="HK Grotesk"/>
                <a:cs typeface="HK Grotesk"/>
                <a:sym typeface="HK Grotesk"/>
              </a:rPr>
              <a:t>s</a:t>
            </a:r>
            <a:r>
              <a:rPr lang="en-US" sz="3367" strike="noStrike" u="none">
                <a:solidFill>
                  <a:srgbClr val="D9E2F8"/>
                </a:solidFill>
                <a:latin typeface="HK Grotesk"/>
                <a:ea typeface="HK Grotesk"/>
                <a:cs typeface="HK Grotesk"/>
                <a:sym typeface="HK Grotesk"/>
              </a:rPr>
              <a:t> M</a:t>
            </a:r>
            <a:r>
              <a:rPr lang="en-US" sz="3367" strike="noStrike" u="none">
                <a:solidFill>
                  <a:srgbClr val="D9E2F8"/>
                </a:solidFill>
                <a:latin typeface="HK Grotesk"/>
                <a:ea typeface="HK Grotesk"/>
                <a:cs typeface="HK Grotesk"/>
                <a:sym typeface="HK Grotesk"/>
              </a:rPr>
              <a:t>o</a:t>
            </a:r>
            <a:r>
              <a:rPr lang="en-US" sz="3367" strike="noStrike" u="none">
                <a:solidFill>
                  <a:srgbClr val="D9E2F8"/>
                </a:solidFill>
                <a:latin typeface="HK Grotesk"/>
                <a:ea typeface="HK Grotesk"/>
                <a:cs typeface="HK Grotesk"/>
                <a:sym typeface="HK Grotesk"/>
              </a:rPr>
              <a:t>n</a:t>
            </a:r>
            <a:r>
              <a:rPr lang="en-US" sz="3367" strike="noStrike" u="none">
                <a:solidFill>
                  <a:srgbClr val="D9E2F8"/>
                </a:solidFill>
                <a:latin typeface="HK Grotesk"/>
                <a:ea typeface="HK Grotesk"/>
                <a:cs typeface="HK Grotesk"/>
                <a:sym typeface="HK Grotesk"/>
              </a:rPr>
              <a:t>ito</a:t>
            </a:r>
            <a:r>
              <a:rPr lang="en-US" sz="3367" strike="noStrike" u="none">
                <a:solidFill>
                  <a:srgbClr val="D9E2F8"/>
                </a:solidFill>
                <a:latin typeface="HK Grotesk"/>
                <a:ea typeface="HK Grotesk"/>
                <a:cs typeface="HK Grotesk"/>
                <a:sym typeface="HK Grotesk"/>
              </a:rPr>
              <a:t>r</a:t>
            </a:r>
            <a:r>
              <a:rPr lang="en-US" sz="3367" strike="noStrike" u="none">
                <a:solidFill>
                  <a:srgbClr val="D9E2F8"/>
                </a:solidFill>
                <a:latin typeface="HK Grotesk"/>
                <a:ea typeface="HK Grotesk"/>
                <a:cs typeface="HK Grotesk"/>
                <a:sym typeface="HK Grotesk"/>
              </a:rPr>
              <a:t>ing System</a:t>
            </a:r>
            <a:r>
              <a:rPr lang="en-US" sz="3367" strike="noStrike" u="none">
                <a:solidFill>
                  <a:srgbClr val="D9E2F8"/>
                </a:solidFill>
                <a:latin typeface="HK Grotesk"/>
                <a:ea typeface="HK Grotesk"/>
                <a:cs typeface="HK Grotesk"/>
                <a:sym typeface="HK Grotesk"/>
              </a:rPr>
              <a:t> is a </a:t>
            </a:r>
            <a:r>
              <a:rPr lang="en-US" b="true" sz="3367" strike="noStrike" u="none">
                <a:solidFill>
                  <a:srgbClr val="D9E2F8"/>
                </a:solidFill>
                <a:latin typeface="HK Grotesk Bold"/>
                <a:ea typeface="HK Grotesk Bold"/>
                <a:cs typeface="HK Grotesk Bold"/>
                <a:sym typeface="HK Grotesk Bold"/>
              </a:rPr>
              <a:t>secure web-based platform</a:t>
            </a:r>
            <a:r>
              <a:rPr lang="en-US" sz="3367" strike="noStrike" u="none">
                <a:solidFill>
                  <a:srgbClr val="D9E2F8"/>
                </a:solidFill>
                <a:latin typeface="HK Grotesk"/>
                <a:ea typeface="HK Grotesk"/>
                <a:cs typeface="HK Grotesk"/>
                <a:sym typeface="HK Grotesk"/>
              </a:rPr>
              <a:t> enabling users to efficiently manage complaints. With features for logging in, viewing details, uploading documents, and monitoring progress, it streamlines the entire complaint management process for enhanced efficiency.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B1F3F"/>
        </a:solidFill>
      </p:bgPr>
    </p:bg>
    <p:spTree>
      <p:nvGrpSpPr>
        <p:cNvPr id="1" name=""/>
        <p:cNvGrpSpPr/>
        <p:nvPr/>
      </p:nvGrpSpPr>
      <p:grpSpPr>
        <a:xfrm>
          <a:off x="0" y="0"/>
          <a:ext cx="0" cy="0"/>
          <a:chOff x="0" y="0"/>
          <a:chExt cx="0" cy="0"/>
        </a:xfrm>
      </p:grpSpPr>
      <p:sp>
        <p:nvSpPr>
          <p:cNvPr name="Freeform 2" id="2"/>
          <p:cNvSpPr/>
          <p:nvPr/>
        </p:nvSpPr>
        <p:spPr>
          <a:xfrm flipH="false" flipV="false" rot="0">
            <a:off x="-215659" y="3624053"/>
            <a:ext cx="18648069" cy="5131345"/>
          </a:xfrm>
          <a:custGeom>
            <a:avLst/>
            <a:gdLst/>
            <a:ahLst/>
            <a:cxnLst/>
            <a:rect r="r" b="b" t="t" l="l"/>
            <a:pathLst>
              <a:path h="5131345" w="18648069">
                <a:moveTo>
                  <a:pt x="0" y="0"/>
                </a:moveTo>
                <a:lnTo>
                  <a:pt x="18648069" y="0"/>
                </a:lnTo>
                <a:lnTo>
                  <a:pt x="18648069" y="5131346"/>
                </a:lnTo>
                <a:lnTo>
                  <a:pt x="0" y="5131346"/>
                </a:lnTo>
                <a:lnTo>
                  <a:pt x="0" y="0"/>
                </a:lnTo>
                <a:close/>
              </a:path>
            </a:pathLst>
          </a:custGeom>
          <a:blipFill>
            <a:blip r:embed="rId2"/>
            <a:stretch>
              <a:fillRect l="-6715" t="-4101" r="-3720" b="-9779"/>
            </a:stretch>
          </a:blipFill>
        </p:spPr>
      </p:sp>
      <p:sp>
        <p:nvSpPr>
          <p:cNvPr name="TextBox 3" id="3"/>
          <p:cNvSpPr txBox="true"/>
          <p:nvPr/>
        </p:nvSpPr>
        <p:spPr>
          <a:xfrm rot="0">
            <a:off x="1551330" y="1293143"/>
            <a:ext cx="15169500" cy="2216610"/>
          </a:xfrm>
          <a:prstGeom prst="rect">
            <a:avLst/>
          </a:prstGeom>
        </p:spPr>
        <p:txBody>
          <a:bodyPr anchor="t" rtlCol="false" tIns="0" lIns="0" bIns="0" rIns="0">
            <a:spAutoFit/>
          </a:bodyPr>
          <a:lstStyle/>
          <a:p>
            <a:pPr algn="ctr" marL="0" indent="0" lvl="0">
              <a:lnSpc>
                <a:spcPts val="8518"/>
              </a:lnSpc>
            </a:pPr>
            <a:r>
              <a:rPr lang="en-US" b="true" sz="8518" spc="-170">
                <a:solidFill>
                  <a:srgbClr val="C1D4F5"/>
                </a:solidFill>
                <a:latin typeface="Noto Serif Display ExtraCondensed Bold"/>
                <a:ea typeface="Noto Serif Display ExtraCondensed Bold"/>
                <a:cs typeface="Noto Serif Display ExtraCondensed Bold"/>
                <a:sym typeface="Noto Serif Display ExtraCondensed Bold"/>
              </a:rPr>
              <a:t>8888 Citizen C</a:t>
            </a:r>
            <a:r>
              <a:rPr lang="en-US" b="true" sz="8518" spc="-170">
                <a:solidFill>
                  <a:srgbClr val="C1D4F5"/>
                </a:solidFill>
                <a:latin typeface="Noto Serif Display ExtraCondensed Bold"/>
                <a:ea typeface="Noto Serif Display ExtraCondensed Bold"/>
                <a:cs typeface="Noto Serif Display ExtraCondensed Bold"/>
                <a:sym typeface="Noto Serif Display ExtraCondensed Bold"/>
              </a:rPr>
              <a:t>omplaints Monitoring</a:t>
            </a:r>
          </a:p>
          <a:p>
            <a:pPr algn="ctr" marL="0" indent="0" lvl="0">
              <a:lnSpc>
                <a:spcPts val="8518"/>
              </a:lnSpc>
            </a:pPr>
            <a:r>
              <a:rPr lang="en-US" b="true" sz="8518" spc="-170">
                <a:solidFill>
                  <a:srgbClr val="C1D4F5"/>
                </a:solidFill>
                <a:latin typeface="Noto Serif Display ExtraCondensed Bold"/>
                <a:ea typeface="Noto Serif Display ExtraCondensed Bold"/>
                <a:cs typeface="Noto Serif Display ExtraCondensed Bold"/>
                <a:sym typeface="Noto Serif Display ExtraCondensed Bold"/>
              </a:rPr>
              <a:t>Flowchart</a:t>
            </a:r>
          </a:p>
        </p:txBody>
      </p:sp>
      <p:sp>
        <p:nvSpPr>
          <p:cNvPr name="AutoShape 4" id="4"/>
          <p:cNvSpPr/>
          <p:nvPr/>
        </p:nvSpPr>
        <p:spPr>
          <a:xfrm>
            <a:off x="0" y="9267825"/>
            <a:ext cx="18272160" cy="0"/>
          </a:xfrm>
          <a:prstGeom prst="line">
            <a:avLst/>
          </a:prstGeom>
          <a:ln cap="flat" w="19050">
            <a:solidFill>
              <a:srgbClr val="4A6EAF"/>
            </a:solidFill>
            <a:prstDash val="solid"/>
            <a:headEnd type="none" len="sm" w="sm"/>
            <a:tailEnd type="none" len="sm" w="sm"/>
          </a:ln>
        </p:spPr>
      </p:sp>
      <p:sp>
        <p:nvSpPr>
          <p:cNvPr name="AutoShape 5" id="5"/>
          <p:cNvSpPr/>
          <p:nvPr/>
        </p:nvSpPr>
        <p:spPr>
          <a:xfrm>
            <a:off x="15840" y="1019175"/>
            <a:ext cx="18272160" cy="0"/>
          </a:xfrm>
          <a:prstGeom prst="line">
            <a:avLst/>
          </a:prstGeom>
          <a:ln cap="flat" w="19050">
            <a:solidFill>
              <a:srgbClr val="4A6EAF"/>
            </a:solidFill>
            <a:prstDash val="solid"/>
            <a:headEnd type="none" len="sm" w="sm"/>
            <a:tailEnd type="none" len="sm" w="sm"/>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B1F3F"/>
        </a:solidFill>
      </p:bgPr>
    </p:bg>
    <p:spTree>
      <p:nvGrpSpPr>
        <p:cNvPr id="1" name=""/>
        <p:cNvGrpSpPr/>
        <p:nvPr/>
      </p:nvGrpSpPr>
      <p:grpSpPr>
        <a:xfrm>
          <a:off x="0" y="0"/>
          <a:ext cx="0" cy="0"/>
          <a:chOff x="0" y="0"/>
          <a:chExt cx="0" cy="0"/>
        </a:xfrm>
      </p:grpSpPr>
      <p:grpSp>
        <p:nvGrpSpPr>
          <p:cNvPr name="Group 2" id="2"/>
          <p:cNvGrpSpPr/>
          <p:nvPr/>
        </p:nvGrpSpPr>
        <p:grpSpPr>
          <a:xfrm rot="0">
            <a:off x="7858125" y="0"/>
            <a:ext cx="10429875" cy="10287000"/>
            <a:chOff x="0" y="0"/>
            <a:chExt cx="1615861" cy="1593725"/>
          </a:xfrm>
        </p:grpSpPr>
        <p:sp>
          <p:nvSpPr>
            <p:cNvPr name="Freeform 3" id="3"/>
            <p:cNvSpPr/>
            <p:nvPr/>
          </p:nvSpPr>
          <p:spPr>
            <a:xfrm flipH="false" flipV="false" rot="0">
              <a:off x="0" y="0"/>
              <a:ext cx="1615861" cy="1593725"/>
            </a:xfrm>
            <a:custGeom>
              <a:avLst/>
              <a:gdLst/>
              <a:ahLst/>
              <a:cxnLst/>
              <a:rect r="r" b="b" t="t" l="l"/>
              <a:pathLst>
                <a:path h="1593725" w="1615861">
                  <a:moveTo>
                    <a:pt x="0" y="0"/>
                  </a:moveTo>
                  <a:lnTo>
                    <a:pt x="1615861" y="0"/>
                  </a:lnTo>
                  <a:lnTo>
                    <a:pt x="1615861" y="1593725"/>
                  </a:lnTo>
                  <a:lnTo>
                    <a:pt x="0" y="1593725"/>
                  </a:lnTo>
                  <a:close/>
                </a:path>
              </a:pathLst>
            </a:custGeom>
            <a:blipFill>
              <a:blip r:embed="rId2"/>
              <a:stretch>
                <a:fillRect l="0" t="-22546" r="0" b="-29631"/>
              </a:stretch>
            </a:blipFill>
          </p:spPr>
        </p:sp>
      </p:grpSp>
      <p:sp>
        <p:nvSpPr>
          <p:cNvPr name="AutoShape 4" id="4"/>
          <p:cNvSpPr/>
          <p:nvPr/>
        </p:nvSpPr>
        <p:spPr>
          <a:xfrm flipV="true">
            <a:off x="0" y="666750"/>
            <a:ext cx="7782980" cy="0"/>
          </a:xfrm>
          <a:prstGeom prst="line">
            <a:avLst/>
          </a:prstGeom>
          <a:ln cap="flat" w="19050">
            <a:solidFill>
              <a:srgbClr val="D9E2F8"/>
            </a:solidFill>
            <a:prstDash val="solid"/>
            <a:headEnd type="none" len="sm" w="sm"/>
            <a:tailEnd type="none" len="sm" w="sm"/>
          </a:ln>
        </p:spPr>
      </p:sp>
      <p:sp>
        <p:nvSpPr>
          <p:cNvPr name="AutoShape 5" id="5"/>
          <p:cNvSpPr/>
          <p:nvPr/>
        </p:nvSpPr>
        <p:spPr>
          <a:xfrm>
            <a:off x="0" y="9620250"/>
            <a:ext cx="7951008" cy="0"/>
          </a:xfrm>
          <a:prstGeom prst="line">
            <a:avLst/>
          </a:prstGeom>
          <a:ln cap="flat" w="19050">
            <a:solidFill>
              <a:srgbClr val="D9E2F8"/>
            </a:solidFill>
            <a:prstDash val="solid"/>
            <a:headEnd type="none" len="sm" w="sm"/>
            <a:tailEnd type="none" len="sm" w="sm"/>
          </a:ln>
        </p:spPr>
      </p:sp>
      <p:sp>
        <p:nvSpPr>
          <p:cNvPr name="Freeform 6" id="6"/>
          <p:cNvSpPr/>
          <p:nvPr/>
        </p:nvSpPr>
        <p:spPr>
          <a:xfrm flipH="false" flipV="false" rot="0">
            <a:off x="14997647" y="3465400"/>
            <a:ext cx="3284676" cy="2627741"/>
          </a:xfrm>
          <a:custGeom>
            <a:avLst/>
            <a:gdLst/>
            <a:ahLst/>
            <a:cxnLst/>
            <a:rect r="r" b="b" t="t" l="l"/>
            <a:pathLst>
              <a:path h="2627741" w="3284676">
                <a:moveTo>
                  <a:pt x="0" y="0"/>
                </a:moveTo>
                <a:lnTo>
                  <a:pt x="3284676" y="0"/>
                </a:lnTo>
                <a:lnTo>
                  <a:pt x="3284676" y="2627740"/>
                </a:lnTo>
                <a:lnTo>
                  <a:pt x="0" y="2627740"/>
                </a:lnTo>
                <a:lnTo>
                  <a:pt x="0" y="0"/>
                </a:lnTo>
                <a:close/>
              </a:path>
            </a:pathLst>
          </a:custGeom>
          <a:blipFill>
            <a:blip r:embed="rId3"/>
            <a:stretch>
              <a:fillRect l="0" t="0" r="0" b="0"/>
            </a:stretch>
          </a:blipFill>
        </p:spPr>
      </p:sp>
      <p:sp>
        <p:nvSpPr>
          <p:cNvPr name="TextBox 7" id="7"/>
          <p:cNvSpPr txBox="true"/>
          <p:nvPr/>
        </p:nvSpPr>
        <p:spPr>
          <a:xfrm rot="0">
            <a:off x="648029" y="1678880"/>
            <a:ext cx="6121637" cy="1458493"/>
          </a:xfrm>
          <a:prstGeom prst="rect">
            <a:avLst/>
          </a:prstGeom>
        </p:spPr>
        <p:txBody>
          <a:bodyPr anchor="t" rtlCol="false" tIns="0" lIns="0" bIns="0" rIns="0">
            <a:spAutoFit/>
          </a:bodyPr>
          <a:lstStyle/>
          <a:p>
            <a:pPr algn="l" marL="0" indent="0" lvl="0">
              <a:lnSpc>
                <a:spcPts val="10920"/>
              </a:lnSpc>
            </a:pPr>
            <a:r>
              <a:rPr lang="en-US" b="true" sz="10920" spc="-218">
                <a:solidFill>
                  <a:srgbClr val="C1D4F5"/>
                </a:solidFill>
                <a:latin typeface="Noto Serif Display ExtraCondensed Bold"/>
                <a:ea typeface="Noto Serif Display ExtraCondensed Bold"/>
                <a:cs typeface="Noto Serif Display ExtraCondensed Bold"/>
                <a:sym typeface="Noto Serif Display ExtraCondensed Bold"/>
              </a:rPr>
              <a:t>Conclusion</a:t>
            </a:r>
          </a:p>
        </p:txBody>
      </p:sp>
      <p:sp>
        <p:nvSpPr>
          <p:cNvPr name="TextBox 8" id="8"/>
          <p:cNvSpPr txBox="true"/>
          <p:nvPr/>
        </p:nvSpPr>
        <p:spPr>
          <a:xfrm rot="0">
            <a:off x="173829" y="3937473"/>
            <a:ext cx="7684296" cy="5057775"/>
          </a:xfrm>
          <a:prstGeom prst="rect">
            <a:avLst/>
          </a:prstGeom>
        </p:spPr>
        <p:txBody>
          <a:bodyPr anchor="t" rtlCol="false" tIns="0" lIns="0" bIns="0" rIns="0">
            <a:spAutoFit/>
          </a:bodyPr>
          <a:lstStyle/>
          <a:p>
            <a:pPr algn="l" marL="0" indent="0" lvl="0">
              <a:lnSpc>
                <a:spcPts val="4470"/>
              </a:lnSpc>
            </a:pPr>
            <a:r>
              <a:rPr lang="en-US" sz="3725" strike="noStrike" u="none">
                <a:solidFill>
                  <a:srgbClr val="D9E2F8"/>
                </a:solidFill>
                <a:latin typeface="HK Grotesk"/>
                <a:ea typeface="HK Grotesk"/>
                <a:cs typeface="HK Grotesk"/>
                <a:sym typeface="HK Grotesk"/>
              </a:rPr>
              <a:t>The Citizen</a:t>
            </a:r>
            <a:r>
              <a:rPr lang="en-US" sz="3725" strike="noStrike" u="none">
                <a:solidFill>
                  <a:srgbClr val="D9E2F8"/>
                </a:solidFill>
                <a:latin typeface="HK Grotesk"/>
                <a:ea typeface="HK Grotesk"/>
                <a:cs typeface="HK Grotesk"/>
                <a:sym typeface="HK Grotesk"/>
              </a:rPr>
              <a:t> Complaint</a:t>
            </a:r>
            <a:r>
              <a:rPr lang="en-US" sz="3725" strike="noStrike" u="none">
                <a:solidFill>
                  <a:srgbClr val="D9E2F8"/>
                </a:solidFill>
                <a:latin typeface="HK Grotesk"/>
                <a:ea typeface="HK Grotesk"/>
                <a:cs typeface="HK Grotesk"/>
                <a:sym typeface="HK Grotesk"/>
              </a:rPr>
              <a:t>s</a:t>
            </a:r>
            <a:r>
              <a:rPr lang="en-US" sz="3725" strike="noStrike" u="none">
                <a:solidFill>
                  <a:srgbClr val="D9E2F8"/>
                </a:solidFill>
                <a:latin typeface="HK Grotesk"/>
                <a:ea typeface="HK Grotesk"/>
                <a:cs typeface="HK Grotesk"/>
                <a:sym typeface="HK Grotesk"/>
              </a:rPr>
              <a:t> M</a:t>
            </a:r>
            <a:r>
              <a:rPr lang="en-US" sz="3725" strike="noStrike" u="none">
                <a:solidFill>
                  <a:srgbClr val="D9E2F8"/>
                </a:solidFill>
                <a:latin typeface="HK Grotesk"/>
                <a:ea typeface="HK Grotesk"/>
                <a:cs typeface="HK Grotesk"/>
                <a:sym typeface="HK Grotesk"/>
              </a:rPr>
              <a:t>o</a:t>
            </a:r>
            <a:r>
              <a:rPr lang="en-US" sz="3725" strike="noStrike" u="none">
                <a:solidFill>
                  <a:srgbClr val="D9E2F8"/>
                </a:solidFill>
                <a:latin typeface="HK Grotesk"/>
                <a:ea typeface="HK Grotesk"/>
                <a:cs typeface="HK Grotesk"/>
                <a:sym typeface="HK Grotesk"/>
              </a:rPr>
              <a:t>n</a:t>
            </a:r>
            <a:r>
              <a:rPr lang="en-US" sz="3725" strike="noStrike" u="none">
                <a:solidFill>
                  <a:srgbClr val="D9E2F8"/>
                </a:solidFill>
                <a:latin typeface="HK Grotesk"/>
                <a:ea typeface="HK Grotesk"/>
                <a:cs typeface="HK Grotesk"/>
                <a:sym typeface="HK Grotesk"/>
              </a:rPr>
              <a:t>ito</a:t>
            </a:r>
            <a:r>
              <a:rPr lang="en-US" sz="3725" strike="noStrike" u="none">
                <a:solidFill>
                  <a:srgbClr val="D9E2F8"/>
                </a:solidFill>
                <a:latin typeface="HK Grotesk"/>
                <a:ea typeface="HK Grotesk"/>
                <a:cs typeface="HK Grotesk"/>
                <a:sym typeface="HK Grotesk"/>
              </a:rPr>
              <a:t>r</a:t>
            </a:r>
            <a:r>
              <a:rPr lang="en-US" sz="3725" strike="noStrike" u="none">
                <a:solidFill>
                  <a:srgbClr val="D9E2F8"/>
                </a:solidFill>
                <a:latin typeface="HK Grotesk"/>
                <a:ea typeface="HK Grotesk"/>
                <a:cs typeface="HK Grotesk"/>
                <a:sym typeface="HK Grotesk"/>
              </a:rPr>
              <a:t>ing System </a:t>
            </a:r>
            <a:r>
              <a:rPr lang="en-US" sz="3725" strike="noStrike" u="none">
                <a:solidFill>
                  <a:srgbClr val="D9E2F8"/>
                </a:solidFill>
                <a:latin typeface="HK Grotesk"/>
                <a:ea typeface="HK Grotesk"/>
                <a:cs typeface="HK Grotesk"/>
                <a:sym typeface="HK Grotesk"/>
              </a:rPr>
              <a:t>enhances the efficiency of managing citizen complaints, ensuring better communication and accountability. By offering a centralized platform, this system supports improved governance and responsiveness in addressing public concerns across the Philippines.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Complaint Manager</dc:description>
  <dc:identifier>DAHDambjaZ0</dc:identifier>
  <dcterms:modified xsi:type="dcterms:W3CDTF">2011-08-01T06:04:30Z</dcterms:modified>
  <cp:revision>1</cp:revision>
  <dc:title>Presentation - Complaint Manager</dc:title>
</cp:coreProperties>
</file>